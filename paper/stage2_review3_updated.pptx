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60" r:id="rId1"/>
  </p:sldMasterIdLst>
  <p:notesMasterIdLst>
    <p:notesMasterId r:id="rId6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323"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49F84ED3-93C1-41D6-B369-CD37911B0747}">
  <a:tblStyle styleId="{49F84ED3-93C1-41D6-B369-CD37911B0747}" styleName="Table_0">
    <a:wholeTbl>
      <a:tcTxStyle b="off" i="off">
        <a:font>
          <a:latin typeface="Arial"/>
          <a:ea typeface="Arial"/>
          <a:cs typeface="Arial"/>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FCF1E6"/>
          </a:solidFill>
        </a:fill>
      </a:tcStyle>
    </a:wholeTbl>
    <a:band1H>
      <a:tcTxStyle b="off" i="off"/>
      <a:tcStyle>
        <a:tcBdr/>
        <a:fill>
          <a:solidFill>
            <a:srgbClr val="F9E2CA"/>
          </a:solidFill>
        </a:fill>
      </a:tcStyle>
    </a:band1H>
    <a:band2H>
      <a:tcTxStyle b="off" i="off"/>
      <a:tcStyle>
        <a:tcBdr/>
      </a:tcStyle>
    </a:band2H>
    <a:band1V>
      <a:tcTxStyle b="off" i="off"/>
      <a:tcStyle>
        <a:tcBdr/>
        <a:fill>
          <a:solidFill>
            <a:srgbClr val="F9E2CA"/>
          </a:solidFill>
        </a:fill>
      </a:tcStyle>
    </a:band1V>
    <a:band2V>
      <a:tcTxStyle b="off" i="off"/>
      <a:tcStyle>
        <a:tcBdr/>
      </a:tcStyle>
    </a:band2V>
    <a:lastCol>
      <a:tcTxStyle b="on" i="off">
        <a:font>
          <a:latin typeface="Arial"/>
          <a:ea typeface="Arial"/>
          <a:cs typeface="Arial"/>
        </a:font>
        <a:schemeClr val="lt1"/>
      </a:tcTxStyle>
      <a:tcStyle>
        <a:tcBdr/>
        <a:fill>
          <a:solidFill>
            <a:schemeClr val="accent1"/>
          </a:solidFill>
        </a:fill>
      </a:tcStyle>
    </a:lastCol>
    <a:firstCol>
      <a:tcTxStyle b="on" i="off">
        <a:font>
          <a:latin typeface="Arial"/>
          <a:ea typeface="Arial"/>
          <a:cs typeface="Arial"/>
        </a:font>
        <a:schemeClr val="lt1"/>
      </a:tcTxStyle>
      <a:tcStyle>
        <a:tcBdr/>
        <a:fill>
          <a:solidFill>
            <a:schemeClr val="accent1"/>
          </a:solidFill>
        </a:fill>
      </a:tcStyle>
    </a:firstCol>
    <a:lastRow>
      <a:tcTxStyle b="on" i="off">
        <a:font>
          <a:latin typeface="Arial"/>
          <a:ea typeface="Arial"/>
          <a:cs typeface="Arial"/>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b="off" i="off"/>
      <a:tcStyle>
        <a:tcBdr/>
      </a:tcStyle>
    </a:seCell>
    <a:swCell>
      <a:tcTxStyle b="off" i="off"/>
      <a:tcStyle>
        <a:tcBdr/>
      </a:tcStyle>
    </a:swCell>
    <a:firstRow>
      <a:tcTxStyle b="on" i="off">
        <a:font>
          <a:latin typeface="Arial"/>
          <a:ea typeface="Arial"/>
          <a:cs typeface="Arial"/>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b="off" i="off"/>
      <a:tcStyle>
        <a:tcBdr/>
      </a:tcStyle>
    </a:neCell>
    <a:nwCell>
      <a:tcTxStyle b="off" i="off"/>
      <a:tcStyle>
        <a:tcBdr/>
      </a:tcStyle>
    </a:nwCell>
  </a:tblStyle>
  <a:tblStyle styleId="{3086DF04-F927-47E4-8721-DB481586401E}" styleName="Table_1">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8" d="100"/>
          <a:sy n="78" d="100"/>
        </p:scale>
        <p:origin x="940" y="52"/>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notesMaster" Target="notesMasters/notesMaster1.xml"/><Relationship Id="rId70" Type="http://schemas.openxmlformats.org/officeDocument/2006/relationships/presProps" Target="presProps.xml"/><Relationship Id="rId71" Type="http://schemas.openxmlformats.org/officeDocument/2006/relationships/viewProps" Target="viewProps.xml"/><Relationship Id="rId72" Type="http://schemas.openxmlformats.org/officeDocument/2006/relationships/theme" Target="theme/theme1.xml"/><Relationship Id="rId7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
        <p:cNvGrpSpPr/>
        <p:nvPr/>
      </p:nvGrpSpPr>
      <p:grpSpPr>
        <a:xfrm>
          <a:off x="0" y="0"/>
          <a:ext cx="0" cy="0"/>
          <a:chOff x="0" y="0"/>
          <a:chExt cx="0" cy="0"/>
        </a:xfrm>
      </p:grpSpPr>
      <p:sp>
        <p:nvSpPr>
          <p:cNvPr id="82" name="Google Shape;82;p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83" name="Google Shape;83;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
        <p:cNvGrpSpPr/>
        <p:nvPr/>
      </p:nvGrpSpPr>
      <p:grpSpPr>
        <a:xfrm>
          <a:off x="0" y="0"/>
          <a:ext cx="0" cy="0"/>
          <a:chOff x="0" y="0"/>
          <a:chExt cx="0" cy="0"/>
        </a:xfrm>
      </p:grpSpPr>
      <p:sp>
        <p:nvSpPr>
          <p:cNvPr id="94" name="Google Shape;94;p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95" name="Google Shape;95;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
        <p:cNvGrpSpPr/>
        <p:nvPr/>
      </p:nvGrpSpPr>
      <p:grpSpPr>
        <a:xfrm>
          <a:off x="0" y="0"/>
          <a:ext cx="0" cy="0"/>
          <a:chOff x="0" y="0"/>
          <a:chExt cx="0" cy="0"/>
        </a:xfrm>
      </p:grpSpPr>
      <p:sp>
        <p:nvSpPr>
          <p:cNvPr id="102" name="Google Shape;102;p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03" name="Google Shape;103;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9"/>
        <p:cNvGrpSpPr/>
        <p:nvPr/>
      </p:nvGrpSpPr>
      <p:grpSpPr>
        <a:xfrm>
          <a:off x="0" y="0"/>
          <a:ext cx="0" cy="0"/>
          <a:chOff x="0" y="0"/>
          <a:chExt cx="0" cy="0"/>
        </a:xfrm>
      </p:grpSpPr>
      <p:sp>
        <p:nvSpPr>
          <p:cNvPr id="110" name="Google Shape;110;g3ee3c40d1cf_0_58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11" name="Google Shape;111;g3ee3c40d1cf_0_58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7"/>
        <p:cNvGrpSpPr/>
        <p:nvPr/>
      </p:nvGrpSpPr>
      <p:grpSpPr>
        <a:xfrm>
          <a:off x="0" y="0"/>
          <a:ext cx="0" cy="0"/>
          <a:chOff x="0" y="0"/>
          <a:chExt cx="0" cy="0"/>
        </a:xfrm>
      </p:grpSpPr>
      <p:sp>
        <p:nvSpPr>
          <p:cNvPr id="118" name="Google Shape;118;p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19" name="Google Shape;119;p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5"/>
        <p:cNvGrpSpPr/>
        <p:nvPr/>
      </p:nvGrpSpPr>
      <p:grpSpPr>
        <a:xfrm>
          <a:off x="0" y="0"/>
          <a:ext cx="0" cy="0"/>
          <a:chOff x="0" y="0"/>
          <a:chExt cx="0" cy="0"/>
        </a:xfrm>
      </p:grpSpPr>
      <p:sp>
        <p:nvSpPr>
          <p:cNvPr id="126" name="Google Shape;126;p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27" name="Google Shape;127;p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4"/>
        <p:cNvGrpSpPr/>
        <p:nvPr/>
      </p:nvGrpSpPr>
      <p:grpSpPr>
        <a:xfrm>
          <a:off x="0" y="0"/>
          <a:ext cx="0" cy="0"/>
          <a:chOff x="0" y="0"/>
          <a:chExt cx="0" cy="0"/>
        </a:xfrm>
      </p:grpSpPr>
      <p:sp>
        <p:nvSpPr>
          <p:cNvPr id="135" name="Google Shape;135;p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36" name="Google Shape;136;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3"/>
        <p:cNvGrpSpPr/>
        <p:nvPr/>
      </p:nvGrpSpPr>
      <p:grpSpPr>
        <a:xfrm>
          <a:off x="0" y="0"/>
          <a:ext cx="0" cy="0"/>
          <a:chOff x="0" y="0"/>
          <a:chExt cx="0" cy="0"/>
        </a:xfrm>
      </p:grpSpPr>
      <p:sp>
        <p:nvSpPr>
          <p:cNvPr id="144" name="Google Shape;144;p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45" name="Google Shape;145;p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2"/>
        <p:cNvGrpSpPr/>
        <p:nvPr/>
      </p:nvGrpSpPr>
      <p:grpSpPr>
        <a:xfrm>
          <a:off x="0" y="0"/>
          <a:ext cx="0" cy="0"/>
          <a:chOff x="0" y="0"/>
          <a:chExt cx="0" cy="0"/>
        </a:xfrm>
      </p:grpSpPr>
      <p:sp>
        <p:nvSpPr>
          <p:cNvPr id="153" name="Google Shape;153;p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54" name="Google Shape;154;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1"/>
        <p:cNvGrpSpPr/>
        <p:nvPr/>
      </p:nvGrpSpPr>
      <p:grpSpPr>
        <a:xfrm>
          <a:off x="0" y="0"/>
          <a:ext cx="0" cy="0"/>
          <a:chOff x="0" y="0"/>
          <a:chExt cx="0" cy="0"/>
        </a:xfrm>
      </p:grpSpPr>
      <p:sp>
        <p:nvSpPr>
          <p:cNvPr id="162" name="Google Shape;162;p1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63" name="Google Shape;163;p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p:cNvGrpSpPr/>
        <p:nvPr/>
      </p:nvGrpSpPr>
      <p:grpSpPr>
        <a:xfrm>
          <a:off x="0" y="0"/>
          <a:ext cx="0" cy="0"/>
          <a:chOff x="0" y="0"/>
          <a:chExt cx="0" cy="0"/>
        </a:xfrm>
      </p:grpSpPr>
      <p:sp>
        <p:nvSpPr>
          <p:cNvPr id="171" name="Google Shape;171;p1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72" name="Google Shape;172;p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8"/>
        <p:cNvGrpSpPr/>
        <p:nvPr/>
      </p:nvGrpSpPr>
      <p:grpSpPr>
        <a:xfrm>
          <a:off x="0" y="0"/>
          <a:ext cx="0" cy="0"/>
          <a:chOff x="0" y="0"/>
          <a:chExt cx="0" cy="0"/>
        </a:xfrm>
      </p:grpSpPr>
      <p:sp>
        <p:nvSpPr>
          <p:cNvPr id="179" name="Google Shape;179;p1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80" name="Google Shape;180;p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7"/>
        <p:cNvGrpSpPr/>
        <p:nvPr/>
      </p:nvGrpSpPr>
      <p:grpSpPr>
        <a:xfrm>
          <a:off x="0" y="0"/>
          <a:ext cx="0" cy="0"/>
          <a:chOff x="0" y="0"/>
          <a:chExt cx="0" cy="0"/>
        </a:xfrm>
      </p:grpSpPr>
      <p:sp>
        <p:nvSpPr>
          <p:cNvPr id="188" name="Google Shape;188;p1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9" name="Google Shape;189;p1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2"/>
        <p:cNvGrpSpPr/>
        <p:nvPr/>
      </p:nvGrpSpPr>
      <p:grpSpPr>
        <a:xfrm>
          <a:off x="0" y="0"/>
          <a:ext cx="0" cy="0"/>
          <a:chOff x="0" y="0"/>
          <a:chExt cx="0" cy="0"/>
        </a:xfrm>
      </p:grpSpPr>
      <p:sp>
        <p:nvSpPr>
          <p:cNvPr id="193" name="Google Shape;193;p1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94" name="Google Shape;194;p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5"/>
        <p:cNvGrpSpPr/>
        <p:nvPr/>
      </p:nvGrpSpPr>
      <p:grpSpPr>
        <a:xfrm>
          <a:off x="0" y="0"/>
          <a:ext cx="0" cy="0"/>
          <a:chOff x="0" y="0"/>
          <a:chExt cx="0" cy="0"/>
        </a:xfrm>
      </p:grpSpPr>
      <p:sp>
        <p:nvSpPr>
          <p:cNvPr id="206" name="Google Shape;206;p1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207" name="Google Shape;207;p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5"/>
        <p:cNvGrpSpPr/>
        <p:nvPr/>
      </p:nvGrpSpPr>
      <p:grpSpPr>
        <a:xfrm>
          <a:off x="0" y="0"/>
          <a:ext cx="0" cy="0"/>
          <a:chOff x="0" y="0"/>
          <a:chExt cx="0" cy="0"/>
        </a:xfrm>
      </p:grpSpPr>
      <p:sp>
        <p:nvSpPr>
          <p:cNvPr id="216" name="Google Shape;216;p1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217" name="Google Shape;217;p1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4"/>
        <p:cNvGrpSpPr/>
        <p:nvPr/>
      </p:nvGrpSpPr>
      <p:grpSpPr>
        <a:xfrm>
          <a:off x="0" y="0"/>
          <a:ext cx="0" cy="0"/>
          <a:chOff x="0" y="0"/>
          <a:chExt cx="0" cy="0"/>
        </a:xfrm>
      </p:grpSpPr>
      <p:sp>
        <p:nvSpPr>
          <p:cNvPr id="225" name="Google Shape;225;g3f23e5badf0_4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6" name="Google Shape;226;g3f23e5badf0_4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2"/>
        <p:cNvGrpSpPr/>
        <p:nvPr/>
      </p:nvGrpSpPr>
      <p:grpSpPr>
        <a:xfrm>
          <a:off x="0" y="0"/>
          <a:ext cx="0" cy="0"/>
          <a:chOff x="0" y="0"/>
          <a:chExt cx="0" cy="0"/>
        </a:xfrm>
      </p:grpSpPr>
      <p:sp>
        <p:nvSpPr>
          <p:cNvPr id="233" name="Google Shape;233;p1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234" name="Google Shape;234;p1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0"/>
        <p:cNvGrpSpPr/>
        <p:nvPr/>
      </p:nvGrpSpPr>
      <p:grpSpPr>
        <a:xfrm>
          <a:off x="0" y="0"/>
          <a:ext cx="0" cy="0"/>
          <a:chOff x="0" y="0"/>
          <a:chExt cx="0" cy="0"/>
        </a:xfrm>
      </p:grpSpPr>
      <p:sp>
        <p:nvSpPr>
          <p:cNvPr id="241" name="Google Shape;241;p2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242" name="Google Shape;242;p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8"/>
        <p:cNvGrpSpPr/>
        <p:nvPr/>
      </p:nvGrpSpPr>
      <p:grpSpPr>
        <a:xfrm>
          <a:off x="0" y="0"/>
          <a:ext cx="0" cy="0"/>
          <a:chOff x="0" y="0"/>
          <a:chExt cx="0" cy="0"/>
        </a:xfrm>
      </p:grpSpPr>
      <p:sp>
        <p:nvSpPr>
          <p:cNvPr id="249" name="Google Shape;249;g3f2362b5fcb_1_1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250" name="Google Shape;250;g3f2362b5fcb_1_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7"/>
        <p:cNvGrpSpPr/>
        <p:nvPr/>
      </p:nvGrpSpPr>
      <p:grpSpPr>
        <a:xfrm>
          <a:off x="0" y="0"/>
          <a:ext cx="0" cy="0"/>
          <a:chOff x="0" y="0"/>
          <a:chExt cx="0" cy="0"/>
        </a:xfrm>
      </p:grpSpPr>
      <p:sp>
        <p:nvSpPr>
          <p:cNvPr id="258" name="Google Shape;258;g3ee3c40d1cf_0_6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259" name="Google Shape;259;g3ee3c40d1cf_0_6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2"/>
        <p:cNvGrpSpPr/>
        <p:nvPr/>
      </p:nvGrpSpPr>
      <p:grpSpPr>
        <a:xfrm>
          <a:off x="0" y="0"/>
          <a:ext cx="0" cy="0"/>
          <a:chOff x="0" y="0"/>
          <a:chExt cx="0" cy="0"/>
        </a:xfrm>
      </p:grpSpPr>
      <p:sp>
        <p:nvSpPr>
          <p:cNvPr id="303" name="Google Shape;303;g3ee3c40d1cf_0_51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304" name="Google Shape;304;g3ee3c40d1cf_0_5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1"/>
        <p:cNvGrpSpPr/>
        <p:nvPr/>
      </p:nvGrpSpPr>
      <p:grpSpPr>
        <a:xfrm>
          <a:off x="0" y="0"/>
          <a:ext cx="0" cy="0"/>
          <a:chOff x="0" y="0"/>
          <a:chExt cx="0" cy="0"/>
        </a:xfrm>
      </p:grpSpPr>
      <p:sp>
        <p:nvSpPr>
          <p:cNvPr id="312" name="Google Shape;312;g3ee3c40d1cf_0_1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313" name="Google Shape;313;g3ee3c40d1cf_0_1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8"/>
        <p:cNvGrpSpPr/>
        <p:nvPr/>
      </p:nvGrpSpPr>
      <p:grpSpPr>
        <a:xfrm>
          <a:off x="0" y="0"/>
          <a:ext cx="0" cy="0"/>
          <a:chOff x="0" y="0"/>
          <a:chExt cx="0" cy="0"/>
        </a:xfrm>
      </p:grpSpPr>
      <p:sp>
        <p:nvSpPr>
          <p:cNvPr id="359" name="Google Shape;359;g3cfe4293c3a_6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360" name="Google Shape;360;g3cfe4293c3a_6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7"/>
        <p:cNvGrpSpPr/>
        <p:nvPr/>
      </p:nvGrpSpPr>
      <p:grpSpPr>
        <a:xfrm>
          <a:off x="0" y="0"/>
          <a:ext cx="0" cy="0"/>
          <a:chOff x="0" y="0"/>
          <a:chExt cx="0" cy="0"/>
        </a:xfrm>
      </p:grpSpPr>
      <p:sp>
        <p:nvSpPr>
          <p:cNvPr id="368" name="Google Shape;368;g3ee3c40d1cf_0_25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369" name="Google Shape;369;g3ee3c40d1cf_0_25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3"/>
        <p:cNvGrpSpPr/>
        <p:nvPr/>
      </p:nvGrpSpPr>
      <p:grpSpPr>
        <a:xfrm>
          <a:off x="0" y="0"/>
          <a:ext cx="0" cy="0"/>
          <a:chOff x="0" y="0"/>
          <a:chExt cx="0" cy="0"/>
        </a:xfrm>
      </p:grpSpPr>
      <p:sp>
        <p:nvSpPr>
          <p:cNvPr id="404" name="Google Shape;404;p2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405" name="Google Shape;405;p2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2"/>
        <p:cNvGrpSpPr/>
        <p:nvPr/>
      </p:nvGrpSpPr>
      <p:grpSpPr>
        <a:xfrm>
          <a:off x="0" y="0"/>
          <a:ext cx="0" cy="0"/>
          <a:chOff x="0" y="0"/>
          <a:chExt cx="0" cy="0"/>
        </a:xfrm>
      </p:grpSpPr>
      <p:sp>
        <p:nvSpPr>
          <p:cNvPr id="413" name="Google Shape;413;g3cfe4293c3a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414" name="Google Shape;414;g3cfe4293c3a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3"/>
        <p:cNvGrpSpPr/>
        <p:nvPr/>
      </p:nvGrpSpPr>
      <p:grpSpPr>
        <a:xfrm>
          <a:off x="0" y="0"/>
          <a:ext cx="0" cy="0"/>
          <a:chOff x="0" y="0"/>
          <a:chExt cx="0" cy="0"/>
        </a:xfrm>
      </p:grpSpPr>
      <p:sp>
        <p:nvSpPr>
          <p:cNvPr id="424" name="Google Shape;424;g3ee3c40d1cf_0_18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425" name="Google Shape;425;g3ee3c40d1cf_0_18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8"/>
        <p:cNvGrpSpPr/>
        <p:nvPr/>
      </p:nvGrpSpPr>
      <p:grpSpPr>
        <a:xfrm>
          <a:off x="0" y="0"/>
          <a:ext cx="0" cy="0"/>
          <a:chOff x="0" y="0"/>
          <a:chExt cx="0" cy="0"/>
        </a:xfrm>
      </p:grpSpPr>
      <p:sp>
        <p:nvSpPr>
          <p:cNvPr id="459" name="Google Shape;459;p2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460" name="Google Shape;460;p2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7"/>
        <p:cNvGrpSpPr/>
        <p:nvPr/>
      </p:nvGrpSpPr>
      <p:grpSpPr>
        <a:xfrm>
          <a:off x="0" y="0"/>
          <a:ext cx="0" cy="0"/>
          <a:chOff x="0" y="0"/>
          <a:chExt cx="0" cy="0"/>
        </a:xfrm>
      </p:grpSpPr>
      <p:sp>
        <p:nvSpPr>
          <p:cNvPr id="468" name="Google Shape;468;p2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469" name="Google Shape;469;p2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6"/>
        <p:cNvGrpSpPr/>
        <p:nvPr/>
      </p:nvGrpSpPr>
      <p:grpSpPr>
        <a:xfrm>
          <a:off x="0" y="0"/>
          <a:ext cx="0" cy="0"/>
          <a:chOff x="0" y="0"/>
          <a:chExt cx="0" cy="0"/>
        </a:xfrm>
      </p:grpSpPr>
      <p:sp>
        <p:nvSpPr>
          <p:cNvPr id="477" name="Google Shape;477;p3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478" name="Google Shape;478;p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5"/>
        <p:cNvGrpSpPr/>
        <p:nvPr/>
      </p:nvGrpSpPr>
      <p:grpSpPr>
        <a:xfrm>
          <a:off x="0" y="0"/>
          <a:ext cx="0" cy="0"/>
          <a:chOff x="0" y="0"/>
          <a:chExt cx="0" cy="0"/>
        </a:xfrm>
      </p:grpSpPr>
      <p:sp>
        <p:nvSpPr>
          <p:cNvPr id="486" name="Google Shape;486;g3ee3c40d1cf_0_37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487" name="Google Shape;487;g3ee3c40d1cf_0_37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6"/>
        <p:cNvGrpSpPr/>
        <p:nvPr/>
      </p:nvGrpSpPr>
      <p:grpSpPr>
        <a:xfrm>
          <a:off x="0" y="0"/>
          <a:ext cx="0" cy="0"/>
          <a:chOff x="0" y="0"/>
          <a:chExt cx="0" cy="0"/>
        </a:xfrm>
      </p:grpSpPr>
      <p:sp>
        <p:nvSpPr>
          <p:cNvPr id="527" name="Google Shape;527;g3ee3c40d1cf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528" name="Google Shape;528;g3ee3c40d1cf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5"/>
        <p:cNvGrpSpPr/>
        <p:nvPr/>
      </p:nvGrpSpPr>
      <p:grpSpPr>
        <a:xfrm>
          <a:off x="0" y="0"/>
          <a:ext cx="0" cy="0"/>
          <a:chOff x="0" y="0"/>
          <a:chExt cx="0" cy="0"/>
        </a:xfrm>
      </p:grpSpPr>
      <p:sp>
        <p:nvSpPr>
          <p:cNvPr id="536" name="Google Shape;536;g3ee3c40d1cf_0_44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537" name="Google Shape;537;g3ee3c40d1cf_0_44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6"/>
        <p:cNvGrpSpPr/>
        <p:nvPr/>
      </p:nvGrpSpPr>
      <p:grpSpPr>
        <a:xfrm>
          <a:off x="0" y="0"/>
          <a:ext cx="0" cy="0"/>
          <a:chOff x="0" y="0"/>
          <a:chExt cx="0" cy="0"/>
        </a:xfrm>
      </p:grpSpPr>
      <p:sp>
        <p:nvSpPr>
          <p:cNvPr id="567" name="Google Shape;567;g3ee3c40d1cf_0_57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568" name="Google Shape;568;g3ee3c40d1cf_0_57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4"/>
        <p:cNvGrpSpPr/>
        <p:nvPr/>
      </p:nvGrpSpPr>
      <p:grpSpPr>
        <a:xfrm>
          <a:off x="0" y="0"/>
          <a:ext cx="0" cy="0"/>
          <a:chOff x="0" y="0"/>
          <a:chExt cx="0" cy="0"/>
        </a:xfrm>
      </p:grpSpPr>
      <p:sp>
        <p:nvSpPr>
          <p:cNvPr id="575" name="Google Shape;575;g3ec2a45e581_0_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576" name="Google Shape;576;g3ec2a45e581_0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4"/>
        <p:cNvGrpSpPr/>
        <p:nvPr/>
      </p:nvGrpSpPr>
      <p:grpSpPr>
        <a:xfrm>
          <a:off x="0" y="0"/>
          <a:ext cx="0" cy="0"/>
          <a:chOff x="0" y="0"/>
          <a:chExt cx="0" cy="0"/>
        </a:xfrm>
      </p:grpSpPr>
      <p:sp>
        <p:nvSpPr>
          <p:cNvPr id="585" name="Google Shape;585;g3ec49bdb8e8_0_23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586" name="Google Shape;586;g3ec49bdb8e8_0_2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4"/>
        <p:cNvGrpSpPr/>
        <p:nvPr/>
      </p:nvGrpSpPr>
      <p:grpSpPr>
        <a:xfrm>
          <a:off x="0" y="0"/>
          <a:ext cx="0" cy="0"/>
          <a:chOff x="0" y="0"/>
          <a:chExt cx="0" cy="0"/>
        </a:xfrm>
      </p:grpSpPr>
      <p:sp>
        <p:nvSpPr>
          <p:cNvPr id="595" name="Google Shape;595;g3cfe4293c3a_5_1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596" name="Google Shape;596;g3cfe4293c3a_5_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3"/>
        <p:cNvGrpSpPr/>
        <p:nvPr/>
      </p:nvGrpSpPr>
      <p:grpSpPr>
        <a:xfrm>
          <a:off x="0" y="0"/>
          <a:ext cx="0" cy="0"/>
          <a:chOff x="0" y="0"/>
          <a:chExt cx="0" cy="0"/>
        </a:xfrm>
      </p:grpSpPr>
      <p:sp>
        <p:nvSpPr>
          <p:cNvPr id="604" name="Google Shape;604;g3ee3c40d1cf_0_1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605" name="Google Shape;605;g3ee3c40d1cf_0_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3"/>
        <p:cNvGrpSpPr/>
        <p:nvPr/>
      </p:nvGrpSpPr>
      <p:grpSpPr>
        <a:xfrm>
          <a:off x="0" y="0"/>
          <a:ext cx="0" cy="0"/>
          <a:chOff x="0" y="0"/>
          <a:chExt cx="0" cy="0"/>
        </a:xfrm>
      </p:grpSpPr>
      <p:sp>
        <p:nvSpPr>
          <p:cNvPr id="614" name="Google Shape;614;g3cfe4293c3a_0_2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615" name="Google Shape;615;g3cfe4293c3a_0_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2"/>
        <p:cNvGrpSpPr/>
        <p:nvPr/>
      </p:nvGrpSpPr>
      <p:grpSpPr>
        <a:xfrm>
          <a:off x="0" y="0"/>
          <a:ext cx="0" cy="0"/>
          <a:chOff x="0" y="0"/>
          <a:chExt cx="0" cy="0"/>
        </a:xfrm>
      </p:grpSpPr>
      <p:sp>
        <p:nvSpPr>
          <p:cNvPr id="623" name="Google Shape;623;g3d0058f4a25_0_97:notes"/>
          <p:cNvSpPr txBox="1">
            <a:spLocks noGrp="1"/>
          </p:cNvSpPr>
          <p:nvPr>
            <p:ph type="body" idx="1"/>
          </p:nvPr>
        </p:nvSpPr>
        <p:spPr>
          <a:xfrm>
            <a:off x="2286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4"/>
        <p:cNvGrpSpPr/>
        <p:nvPr/>
      </p:nvGrpSpPr>
      <p:grpSpPr>
        <a:xfrm>
          <a:off x="0" y="0"/>
          <a:ext cx="0" cy="0"/>
          <a:chOff x="0" y="0"/>
          <a:chExt cx="0" cy="0"/>
        </a:xfrm>
      </p:grpSpPr>
      <p:sp>
        <p:nvSpPr>
          <p:cNvPr id="645" name="Google Shape;645;p2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646" name="Google Shape;646;p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2"/>
        <p:cNvGrpSpPr/>
        <p:nvPr/>
      </p:nvGrpSpPr>
      <p:grpSpPr>
        <a:xfrm>
          <a:off x="0" y="0"/>
          <a:ext cx="0" cy="0"/>
          <a:chOff x="0" y="0"/>
          <a:chExt cx="0" cy="0"/>
        </a:xfrm>
      </p:grpSpPr>
      <p:sp>
        <p:nvSpPr>
          <p:cNvPr id="653" name="Google Shape;653;p2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654" name="Google Shape;654;p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0"/>
        <p:cNvGrpSpPr/>
        <p:nvPr/>
      </p:nvGrpSpPr>
      <p:grpSpPr>
        <a:xfrm>
          <a:off x="0" y="0"/>
          <a:ext cx="0" cy="0"/>
          <a:chOff x="0" y="0"/>
          <a:chExt cx="0" cy="0"/>
        </a:xfrm>
      </p:grpSpPr>
      <p:sp>
        <p:nvSpPr>
          <p:cNvPr id="661" name="Google Shape;661;g3f23e5badf0_5_1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662" name="Google Shape;662;g3f23e5badf0_5_1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8"/>
        <p:cNvGrpSpPr/>
        <p:nvPr/>
      </p:nvGrpSpPr>
      <p:grpSpPr>
        <a:xfrm>
          <a:off x="0" y="0"/>
          <a:ext cx="0" cy="0"/>
          <a:chOff x="0" y="0"/>
          <a:chExt cx="0" cy="0"/>
        </a:xfrm>
      </p:grpSpPr>
      <p:sp>
        <p:nvSpPr>
          <p:cNvPr id="669" name="Google Shape;669;p2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670" name="Google Shape;670;p2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76"/>
        <p:cNvGrpSpPr/>
        <p:nvPr/>
      </p:nvGrpSpPr>
      <p:grpSpPr>
        <a:xfrm>
          <a:off x="0" y="0"/>
          <a:ext cx="0" cy="0"/>
          <a:chOff x="0" y="0"/>
          <a:chExt cx="0" cy="0"/>
        </a:xfrm>
      </p:grpSpPr>
      <p:sp>
        <p:nvSpPr>
          <p:cNvPr id="677" name="Google Shape;677;p2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678" name="Google Shape;678;p2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6"/>
        <p:cNvGrpSpPr/>
        <p:nvPr/>
      </p:nvGrpSpPr>
      <p:grpSpPr>
        <a:xfrm>
          <a:off x="0" y="0"/>
          <a:ext cx="0" cy="0"/>
          <a:chOff x="0" y="0"/>
          <a:chExt cx="0" cy="0"/>
        </a:xfrm>
      </p:grpSpPr>
      <p:sp>
        <p:nvSpPr>
          <p:cNvPr id="687" name="Google Shape;687;p3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688" name="Google Shape;688;p3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4"/>
        <p:cNvGrpSpPr/>
        <p:nvPr/>
      </p:nvGrpSpPr>
      <p:grpSpPr>
        <a:xfrm>
          <a:off x="0" y="0"/>
          <a:ext cx="0" cy="0"/>
          <a:chOff x="0" y="0"/>
          <a:chExt cx="0" cy="0"/>
        </a:xfrm>
      </p:grpSpPr>
      <p:sp>
        <p:nvSpPr>
          <p:cNvPr id="695" name="Google Shape;695;p3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696" name="Google Shape;696;p3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02"/>
        <p:cNvGrpSpPr/>
        <p:nvPr/>
      </p:nvGrpSpPr>
      <p:grpSpPr>
        <a:xfrm>
          <a:off x="0" y="0"/>
          <a:ext cx="0" cy="0"/>
          <a:chOff x="0" y="0"/>
          <a:chExt cx="0" cy="0"/>
        </a:xfrm>
      </p:grpSpPr>
      <p:sp>
        <p:nvSpPr>
          <p:cNvPr id="703" name="Google Shape;703;p3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704" name="Google Shape;704;p3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0"/>
        <p:cNvGrpSpPr/>
        <p:nvPr/>
      </p:nvGrpSpPr>
      <p:grpSpPr>
        <a:xfrm>
          <a:off x="0" y="0"/>
          <a:ext cx="0" cy="0"/>
          <a:chOff x="0" y="0"/>
          <a:chExt cx="0" cy="0"/>
        </a:xfrm>
      </p:grpSpPr>
      <p:sp>
        <p:nvSpPr>
          <p:cNvPr id="711" name="Google Shape;711;p3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712" name="Google Shape;712;p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8"/>
        <p:cNvGrpSpPr/>
        <p:nvPr/>
      </p:nvGrpSpPr>
      <p:grpSpPr>
        <a:xfrm>
          <a:off x="0" y="0"/>
          <a:ext cx="0" cy="0"/>
          <a:chOff x="0" y="0"/>
          <a:chExt cx="0" cy="0"/>
        </a:xfrm>
      </p:grpSpPr>
      <p:sp>
        <p:nvSpPr>
          <p:cNvPr id="719" name="Google Shape;719;g3dc97d02d3f_0_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720" name="Google Shape;720;g3dc97d02d3f_0_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6"/>
        <p:cNvGrpSpPr/>
        <p:nvPr/>
      </p:nvGrpSpPr>
      <p:grpSpPr>
        <a:xfrm>
          <a:off x="0" y="0"/>
          <a:ext cx="0" cy="0"/>
          <a:chOff x="0" y="0"/>
          <a:chExt cx="0" cy="0"/>
        </a:xfrm>
      </p:grpSpPr>
      <p:sp>
        <p:nvSpPr>
          <p:cNvPr id="727" name="Google Shape;727;g3dc97d02d3f_3_4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728" name="Google Shape;728;g3dc97d02d3f_3_4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34"/>
        <p:cNvGrpSpPr/>
        <p:nvPr/>
      </p:nvGrpSpPr>
      <p:grpSpPr>
        <a:xfrm>
          <a:off x="0" y="0"/>
          <a:ext cx="0" cy="0"/>
          <a:chOff x="0" y="0"/>
          <a:chExt cx="0" cy="0"/>
        </a:xfrm>
      </p:grpSpPr>
      <p:sp>
        <p:nvSpPr>
          <p:cNvPr id="735" name="Google Shape;735;g3dc97d02d3f_3_3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736" name="Google Shape;736;g3dc97d02d3f_3_3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2"/>
        <p:cNvGrpSpPr/>
        <p:nvPr/>
      </p:nvGrpSpPr>
      <p:grpSpPr>
        <a:xfrm>
          <a:off x="0" y="0"/>
          <a:ext cx="0" cy="0"/>
          <a:chOff x="0" y="0"/>
          <a:chExt cx="0" cy="0"/>
        </a:xfrm>
      </p:grpSpPr>
      <p:sp>
        <p:nvSpPr>
          <p:cNvPr id="743" name="Google Shape;743;p2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744" name="Google Shape;744;p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1"/>
        <p:cNvGrpSpPr/>
        <p:nvPr/>
      </p:nvGrpSpPr>
      <p:grpSpPr>
        <a:xfrm>
          <a:off x="0" y="0"/>
          <a:ext cx="0" cy="0"/>
          <a:chOff x="0" y="0"/>
          <a:chExt cx="0" cy="0"/>
        </a:xfrm>
      </p:grpSpPr>
      <p:sp>
        <p:nvSpPr>
          <p:cNvPr id="752" name="Google Shape;752;g3f2362b5fcb_1_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753" name="Google Shape;753;g3f2362b5fcb_1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61"/>
        <p:cNvGrpSpPr/>
        <p:nvPr/>
      </p:nvGrpSpPr>
      <p:grpSpPr>
        <a:xfrm>
          <a:off x="0" y="0"/>
          <a:ext cx="0" cy="0"/>
          <a:chOff x="0" y="0"/>
          <a:chExt cx="0" cy="0"/>
        </a:xfrm>
      </p:grpSpPr>
      <p:sp>
        <p:nvSpPr>
          <p:cNvPr id="762" name="Google Shape;762;p2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763" name="Google Shape;763;p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0"/>
        <p:cNvGrpSpPr/>
        <p:nvPr/>
      </p:nvGrpSpPr>
      <p:grpSpPr>
        <a:xfrm>
          <a:off x="0" y="0"/>
          <a:ext cx="0" cy="0"/>
          <a:chOff x="0" y="0"/>
          <a:chExt cx="0" cy="0"/>
        </a:xfrm>
      </p:grpSpPr>
      <p:sp>
        <p:nvSpPr>
          <p:cNvPr id="771" name="Google Shape;771;g3dc97d02d3f_0_3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772" name="Google Shape;772;g3dc97d02d3f_0_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9"/>
        <p:cNvGrpSpPr/>
        <p:nvPr/>
      </p:nvGrpSpPr>
      <p:grpSpPr>
        <a:xfrm>
          <a:off x="0" y="0"/>
          <a:ext cx="0" cy="0"/>
          <a:chOff x="0" y="0"/>
          <a:chExt cx="0" cy="0"/>
        </a:xfrm>
      </p:grpSpPr>
      <p:sp>
        <p:nvSpPr>
          <p:cNvPr id="780" name="Google Shape;780;g3dc97d02d3f_0_4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781" name="Google Shape;781;g3dc97d02d3f_0_4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7"/>
        <p:cNvGrpSpPr/>
        <p:nvPr/>
      </p:nvGrpSpPr>
      <p:grpSpPr>
        <a:xfrm>
          <a:off x="0" y="0"/>
          <a:ext cx="0" cy="0"/>
          <a:chOff x="0" y="0"/>
          <a:chExt cx="0" cy="0"/>
        </a:xfrm>
      </p:grpSpPr>
      <p:sp>
        <p:nvSpPr>
          <p:cNvPr id="788" name="Google Shape;788;g3dc97d02d3f_0_5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789" name="Google Shape;789;g3dc97d02d3f_0_5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5"/>
        <p:cNvGrpSpPr/>
        <p:nvPr/>
      </p:nvGrpSpPr>
      <p:grpSpPr>
        <a:xfrm>
          <a:off x="0" y="0"/>
          <a:ext cx="0" cy="0"/>
          <a:chOff x="0" y="0"/>
          <a:chExt cx="0" cy="0"/>
        </a:xfrm>
      </p:grpSpPr>
      <p:sp>
        <p:nvSpPr>
          <p:cNvPr id="796" name="Google Shape;796;g3dc97d02d3f_3_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797" name="Google Shape;797;g3dc97d02d3f_3_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3"/>
        <p:cNvGrpSpPr/>
        <p:nvPr/>
      </p:nvGrpSpPr>
      <p:grpSpPr>
        <a:xfrm>
          <a:off x="0" y="0"/>
          <a:ext cx="0" cy="0"/>
          <a:chOff x="0" y="0"/>
          <a:chExt cx="0" cy="0"/>
        </a:xfrm>
      </p:grpSpPr>
      <p:sp>
        <p:nvSpPr>
          <p:cNvPr id="804" name="Google Shape;804;g3dc97d02d3f_3_1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805" name="Google Shape;805;g3dc97d02d3f_3_1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1"/>
        <p:cNvGrpSpPr/>
        <p:nvPr/>
      </p:nvGrpSpPr>
      <p:grpSpPr>
        <a:xfrm>
          <a:off x="0" y="0"/>
          <a:ext cx="0" cy="0"/>
          <a:chOff x="0" y="0"/>
          <a:chExt cx="0" cy="0"/>
        </a:xfrm>
      </p:grpSpPr>
      <p:sp>
        <p:nvSpPr>
          <p:cNvPr id="812" name="Google Shape;812;g3cfe4293c3a_6_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813" name="Google Shape;813;g3cfe4293c3a_6_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20"/>
        <p:cNvGrpSpPr/>
        <p:nvPr/>
      </p:nvGrpSpPr>
      <p:grpSpPr>
        <a:xfrm>
          <a:off x="0" y="0"/>
          <a:ext cx="0" cy="0"/>
          <a:chOff x="0" y="0"/>
          <a:chExt cx="0" cy="0"/>
        </a:xfrm>
      </p:grpSpPr>
      <p:sp>
        <p:nvSpPr>
          <p:cNvPr id="821" name="Google Shape;821;g3dc97d02d3f_6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822" name="Google Shape;822;g3dc97d02d3f_6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32"/>
        <p:cNvGrpSpPr/>
        <p:nvPr/>
      </p:nvGrpSpPr>
      <p:grpSpPr>
        <a:xfrm>
          <a:off x="0" y="0"/>
          <a:ext cx="0" cy="0"/>
          <a:chOff x="0" y="0"/>
          <a:chExt cx="0" cy="0"/>
        </a:xfrm>
      </p:grpSpPr>
      <p:sp>
        <p:nvSpPr>
          <p:cNvPr id="833" name="Google Shape;833;g3dc97d02d3f_6_2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834" name="Google Shape;834;g3dc97d02d3f_6_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1"/>
        <p:cNvGrpSpPr/>
        <p:nvPr/>
      </p:nvGrpSpPr>
      <p:grpSpPr>
        <a:xfrm>
          <a:off x="0" y="0"/>
          <a:ext cx="0" cy="0"/>
          <a:chOff x="0" y="0"/>
          <a:chExt cx="0" cy="0"/>
        </a:xfrm>
      </p:grpSpPr>
      <p:sp>
        <p:nvSpPr>
          <p:cNvPr id="842" name="Google Shape;842;p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843" name="Google Shape;843;p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9"/>
        <p:cNvGrpSpPr/>
        <p:nvPr/>
      </p:nvGrpSpPr>
      <p:grpSpPr>
        <a:xfrm>
          <a:off x="0" y="0"/>
          <a:ext cx="0" cy="0"/>
          <a:chOff x="0" y="0"/>
          <a:chExt cx="0" cy="0"/>
        </a:xfrm>
      </p:grpSpPr>
      <p:sp>
        <p:nvSpPr>
          <p:cNvPr id="850" name="Google Shape;850;p1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851" name="Google Shape;851;p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1"/>
        <p:cNvGrpSpPr/>
        <p:nvPr/>
      </p:nvGrpSpPr>
      <p:grpSpPr>
        <a:xfrm>
          <a:off x="0" y="0"/>
          <a:ext cx="0" cy="0"/>
          <a:chOff x="0" y="0"/>
          <a:chExt cx="0" cy="0"/>
        </a:xfrm>
      </p:grpSpPr>
      <p:sp>
        <p:nvSpPr>
          <p:cNvPr id="12" name="Google Shape;12;p2"/>
          <p:cNvSpPr txBox="1">
            <a:spLocks noGrp="1"/>
          </p:cNvSpPr>
          <p:nvPr>
            <p:ph type="ctrTitle"/>
          </p:nvPr>
        </p:nvSpPr>
        <p:spPr>
          <a:xfrm>
            <a:off x="685800" y="1597819"/>
            <a:ext cx="7772400" cy="1102519"/>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ctr">
              <a:lnSpc>
                <a:spcPct val="100000"/>
              </a:lnSpc>
              <a:spcBef>
                <a:spcPts val="0"/>
              </a:spcBef>
              <a:spcAft>
                <a:spcPts val="0"/>
              </a:spcAft>
              <a:buSzPts val="1400"/>
              <a:buNone/>
              <a:defRPr/>
            </a:lvl2pPr>
            <a:lvl3pPr lvl="2" algn="ctr">
              <a:lnSpc>
                <a:spcPct val="100000"/>
              </a:lnSpc>
              <a:spcBef>
                <a:spcPts val="0"/>
              </a:spcBef>
              <a:spcAft>
                <a:spcPts val="0"/>
              </a:spcAft>
              <a:buSzPts val="1400"/>
              <a:buNone/>
              <a:defRPr/>
            </a:lvl3pPr>
            <a:lvl4pPr lvl="3" algn="ctr">
              <a:lnSpc>
                <a:spcPct val="100000"/>
              </a:lnSpc>
              <a:spcBef>
                <a:spcPts val="0"/>
              </a:spcBef>
              <a:spcAft>
                <a:spcPts val="0"/>
              </a:spcAft>
              <a:buSzPts val="1400"/>
              <a:buNone/>
              <a:defRPr/>
            </a:lvl4pPr>
            <a:lvl5pPr lvl="4" algn="ctr">
              <a:lnSpc>
                <a:spcPct val="100000"/>
              </a:lnSpc>
              <a:spcBef>
                <a:spcPts val="0"/>
              </a:spcBef>
              <a:spcAft>
                <a:spcPts val="0"/>
              </a:spcAft>
              <a:buSzPts val="1400"/>
              <a:buNone/>
              <a:defRPr/>
            </a:lvl5pPr>
            <a:lvl6pPr lvl="5" algn="ctr">
              <a:lnSpc>
                <a:spcPct val="100000"/>
              </a:lnSpc>
              <a:spcBef>
                <a:spcPts val="0"/>
              </a:spcBef>
              <a:spcAft>
                <a:spcPts val="0"/>
              </a:spcAft>
              <a:buSzPts val="1400"/>
              <a:buNone/>
              <a:defRPr/>
            </a:lvl6pPr>
            <a:lvl7pPr lvl="6" algn="ctr">
              <a:lnSpc>
                <a:spcPct val="100000"/>
              </a:lnSpc>
              <a:spcBef>
                <a:spcPts val="0"/>
              </a:spcBef>
              <a:spcAft>
                <a:spcPts val="0"/>
              </a:spcAft>
              <a:buSzPts val="1400"/>
              <a:buNone/>
              <a:defRPr/>
            </a:lvl7pPr>
            <a:lvl8pPr lvl="7" algn="ctr">
              <a:lnSpc>
                <a:spcPct val="100000"/>
              </a:lnSpc>
              <a:spcBef>
                <a:spcPts val="0"/>
              </a:spcBef>
              <a:spcAft>
                <a:spcPts val="0"/>
              </a:spcAft>
              <a:buSzPts val="1400"/>
              <a:buNone/>
              <a:defRPr/>
            </a:lvl8pPr>
            <a:lvl9pPr lvl="8" algn="ctr">
              <a:lnSpc>
                <a:spcPct val="100000"/>
              </a:lnSpc>
              <a:spcBef>
                <a:spcPts val="0"/>
              </a:spcBef>
              <a:spcAft>
                <a:spcPts val="0"/>
              </a:spcAft>
              <a:buSzPts val="1400"/>
              <a:buNone/>
              <a:defRPr/>
            </a:lvl9pPr>
          </a:lstStyle>
          <a:p>
            <a:endParaRPr/>
          </a:p>
        </p:txBody>
      </p:sp>
      <p:sp>
        <p:nvSpPr>
          <p:cNvPr id="13" name="Google Shape;13;p2"/>
          <p:cNvSpPr txBox="1">
            <a:spLocks noGrp="1"/>
          </p:cNvSpPr>
          <p:nvPr>
            <p:ph type="subTitle" idx="1"/>
          </p:nvPr>
        </p:nvSpPr>
        <p:spPr>
          <a:xfrm>
            <a:off x="1371600" y="2914650"/>
            <a:ext cx="6400800" cy="1314450"/>
          </a:xfrm>
          <a:prstGeom prst="rect">
            <a:avLst/>
          </a:prstGeom>
          <a:noFill/>
          <a:ln>
            <a:noFill/>
          </a:ln>
        </p:spPr>
        <p:txBody>
          <a:bodyPr spcFirstLastPara="1" wrap="square" lIns="91425" tIns="45700" rIns="91425" bIns="45700" anchor="t" anchorCtr="0">
            <a:noAutofit/>
          </a:bodyPr>
          <a:lstStyle>
            <a:lvl1pPr lvl="0" algn="ctr">
              <a:lnSpc>
                <a:spcPct val="100000"/>
              </a:lnSpc>
              <a:spcBef>
                <a:spcPts val="640"/>
              </a:spcBef>
              <a:spcAft>
                <a:spcPts val="0"/>
              </a:spcAft>
              <a:buClr>
                <a:srgbClr val="888888"/>
              </a:buClr>
              <a:buSzPts val="3200"/>
              <a:buNone/>
              <a:defRPr>
                <a:solidFill>
                  <a:srgbClr val="888888"/>
                </a:solidFill>
              </a:defRPr>
            </a:lvl1pPr>
            <a:lvl2pPr lvl="1" algn="ctr">
              <a:lnSpc>
                <a:spcPct val="100000"/>
              </a:lnSpc>
              <a:spcBef>
                <a:spcPts val="560"/>
              </a:spcBef>
              <a:spcAft>
                <a:spcPts val="0"/>
              </a:spcAft>
              <a:buClr>
                <a:srgbClr val="888888"/>
              </a:buClr>
              <a:buSzPts val="2800"/>
              <a:buNone/>
              <a:defRPr>
                <a:solidFill>
                  <a:srgbClr val="888888"/>
                </a:solidFill>
              </a:defRPr>
            </a:lvl2pPr>
            <a:lvl3pPr lvl="2" algn="ctr">
              <a:lnSpc>
                <a:spcPct val="100000"/>
              </a:lnSpc>
              <a:spcBef>
                <a:spcPts val="480"/>
              </a:spcBef>
              <a:spcAft>
                <a:spcPts val="0"/>
              </a:spcAft>
              <a:buClr>
                <a:srgbClr val="888888"/>
              </a:buClr>
              <a:buSzPts val="2400"/>
              <a:buNone/>
              <a:defRPr>
                <a:solidFill>
                  <a:srgbClr val="888888"/>
                </a:solidFill>
              </a:defRPr>
            </a:lvl3pPr>
            <a:lvl4pPr lvl="3" algn="ctr">
              <a:lnSpc>
                <a:spcPct val="100000"/>
              </a:lnSpc>
              <a:spcBef>
                <a:spcPts val="400"/>
              </a:spcBef>
              <a:spcAft>
                <a:spcPts val="0"/>
              </a:spcAft>
              <a:buClr>
                <a:srgbClr val="888888"/>
              </a:buClr>
              <a:buSzPts val="2000"/>
              <a:buNone/>
              <a:defRPr>
                <a:solidFill>
                  <a:srgbClr val="888888"/>
                </a:solidFill>
              </a:defRPr>
            </a:lvl4pPr>
            <a:lvl5pPr lvl="4" algn="ctr">
              <a:lnSpc>
                <a:spcPct val="100000"/>
              </a:lnSpc>
              <a:spcBef>
                <a:spcPts val="400"/>
              </a:spcBef>
              <a:spcAft>
                <a:spcPts val="0"/>
              </a:spcAft>
              <a:buClr>
                <a:srgbClr val="888888"/>
              </a:buClr>
              <a:buSzPts val="2000"/>
              <a:buNone/>
              <a:defRPr>
                <a:solidFill>
                  <a:srgbClr val="888888"/>
                </a:solidFill>
              </a:defRPr>
            </a:lvl5pPr>
            <a:lvl6pPr lvl="5" algn="ctr">
              <a:lnSpc>
                <a:spcPct val="100000"/>
              </a:lnSpc>
              <a:spcBef>
                <a:spcPts val="400"/>
              </a:spcBef>
              <a:spcAft>
                <a:spcPts val="0"/>
              </a:spcAft>
              <a:buClr>
                <a:srgbClr val="888888"/>
              </a:buClr>
              <a:buSzPts val="2000"/>
              <a:buNone/>
              <a:defRPr>
                <a:solidFill>
                  <a:srgbClr val="888888"/>
                </a:solidFill>
              </a:defRPr>
            </a:lvl6pPr>
            <a:lvl7pPr lvl="6" algn="ctr">
              <a:lnSpc>
                <a:spcPct val="100000"/>
              </a:lnSpc>
              <a:spcBef>
                <a:spcPts val="400"/>
              </a:spcBef>
              <a:spcAft>
                <a:spcPts val="0"/>
              </a:spcAft>
              <a:buClr>
                <a:srgbClr val="888888"/>
              </a:buClr>
              <a:buSzPts val="2000"/>
              <a:buNone/>
              <a:defRPr>
                <a:solidFill>
                  <a:srgbClr val="888888"/>
                </a:solidFill>
              </a:defRPr>
            </a:lvl7pPr>
            <a:lvl8pPr lvl="7" algn="ctr">
              <a:lnSpc>
                <a:spcPct val="100000"/>
              </a:lnSpc>
              <a:spcBef>
                <a:spcPts val="400"/>
              </a:spcBef>
              <a:spcAft>
                <a:spcPts val="0"/>
              </a:spcAft>
              <a:buClr>
                <a:srgbClr val="888888"/>
              </a:buClr>
              <a:buSzPts val="2000"/>
              <a:buNone/>
              <a:defRPr>
                <a:solidFill>
                  <a:srgbClr val="888888"/>
                </a:solidFill>
              </a:defRPr>
            </a:lvl8pPr>
            <a:lvl9pPr lvl="8" algn="ctr">
              <a:lnSpc>
                <a:spcPct val="100000"/>
              </a:lnSpc>
              <a:spcBef>
                <a:spcPts val="400"/>
              </a:spcBef>
              <a:spcAft>
                <a:spcPts val="0"/>
              </a:spcAft>
              <a:buClr>
                <a:srgbClr val="888888"/>
              </a:buClr>
              <a:buSzPts val="2000"/>
              <a:buNone/>
              <a:defRPr>
                <a:solidFill>
                  <a:srgbClr val="888888"/>
                </a:solidFill>
              </a:defRPr>
            </a:lvl9pPr>
          </a:lstStyle>
          <a:p>
            <a:endParaRPr/>
          </a:p>
        </p:txBody>
      </p:sp>
      <p:sp>
        <p:nvSpPr>
          <p:cNvPr id="14" name="Google Shape;14;p2"/>
          <p:cNvSpPr txBox="1">
            <a:spLocks noGrp="1"/>
          </p:cNvSpPr>
          <p:nvPr>
            <p:ph type="dt" idx="10"/>
          </p:nvPr>
        </p:nvSpPr>
        <p:spPr>
          <a:xfrm>
            <a:off x="457200" y="4767263"/>
            <a:ext cx="2133600" cy="273844"/>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sz="1200">
                <a:solidFill>
                  <a:srgbClr val="898989"/>
                </a:solidFill>
                <a:latin typeface="Calibri"/>
                <a:ea typeface="Calibri"/>
                <a:cs typeface="Calibri"/>
                <a:sym typeface="Calibri"/>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5" name="Google Shape;15;p2"/>
          <p:cNvSpPr txBox="1">
            <a:spLocks noGrp="1"/>
          </p:cNvSpPr>
          <p:nvPr>
            <p:ph type="ftr" idx="11"/>
          </p:nvPr>
        </p:nvSpPr>
        <p:spPr>
          <a:xfrm>
            <a:off x="3124200" y="4767263"/>
            <a:ext cx="2895600" cy="273844"/>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sz="1200">
                <a:solidFill>
                  <a:srgbClr val="898989"/>
                </a:solidFill>
                <a:latin typeface="Calibri"/>
                <a:ea typeface="Calibri"/>
                <a:cs typeface="Calibri"/>
                <a:sym typeface="Calibri"/>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6" name="Google Shape;16;p2"/>
          <p:cNvSpPr txBox="1">
            <a:spLocks noGrp="1"/>
          </p:cNvSpPr>
          <p:nvPr>
            <p:ph type="sldNum" idx="12"/>
          </p:nvPr>
        </p:nvSpPr>
        <p:spPr>
          <a:xfrm>
            <a:off x="6553200" y="4767263"/>
            <a:ext cx="2133600" cy="273844"/>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1pPr>
            <a:lvl2pPr marL="0" marR="0" lvl="1"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2pPr>
            <a:lvl3pPr marL="0" marR="0" lvl="2"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3pPr>
            <a:lvl4pPr marL="0" marR="0" lvl="3"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4pPr>
            <a:lvl5pPr marL="0" marR="0" lvl="4"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5pPr>
            <a:lvl6pPr marL="0" marR="0" lvl="5"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6pPr>
            <a:lvl7pPr marL="0" marR="0" lvl="6"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7pPr>
            <a:lvl8pPr marL="0" marR="0" lvl="7"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8pPr>
            <a:lvl9pPr marL="0" marR="0" lvl="8"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21"/>
        <p:cNvGrpSpPr/>
        <p:nvPr/>
      </p:nvGrpSpPr>
      <p:grpSpPr>
        <a:xfrm>
          <a:off x="0" y="0"/>
          <a:ext cx="0" cy="0"/>
          <a:chOff x="0" y="0"/>
          <a:chExt cx="0" cy="0"/>
        </a:xfrm>
      </p:grpSpPr>
      <p:sp>
        <p:nvSpPr>
          <p:cNvPr id="22" name="Google Shape;22;p4"/>
          <p:cNvSpPr txBox="1">
            <a:spLocks noGrp="1"/>
          </p:cNvSpPr>
          <p:nvPr>
            <p:ph type="title"/>
          </p:nvPr>
        </p:nvSpPr>
        <p:spPr>
          <a:xfrm rot="5400000">
            <a:off x="5463778" y="1371600"/>
            <a:ext cx="4388644" cy="2057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ctr">
              <a:lnSpc>
                <a:spcPct val="100000"/>
              </a:lnSpc>
              <a:spcBef>
                <a:spcPts val="0"/>
              </a:spcBef>
              <a:spcAft>
                <a:spcPts val="0"/>
              </a:spcAft>
              <a:buSzPts val="1400"/>
              <a:buNone/>
              <a:defRPr/>
            </a:lvl2pPr>
            <a:lvl3pPr lvl="2" algn="ctr">
              <a:lnSpc>
                <a:spcPct val="100000"/>
              </a:lnSpc>
              <a:spcBef>
                <a:spcPts val="0"/>
              </a:spcBef>
              <a:spcAft>
                <a:spcPts val="0"/>
              </a:spcAft>
              <a:buSzPts val="1400"/>
              <a:buNone/>
              <a:defRPr/>
            </a:lvl3pPr>
            <a:lvl4pPr lvl="3" algn="ctr">
              <a:lnSpc>
                <a:spcPct val="100000"/>
              </a:lnSpc>
              <a:spcBef>
                <a:spcPts val="0"/>
              </a:spcBef>
              <a:spcAft>
                <a:spcPts val="0"/>
              </a:spcAft>
              <a:buSzPts val="1400"/>
              <a:buNone/>
              <a:defRPr/>
            </a:lvl4pPr>
            <a:lvl5pPr lvl="4" algn="ctr">
              <a:lnSpc>
                <a:spcPct val="100000"/>
              </a:lnSpc>
              <a:spcBef>
                <a:spcPts val="0"/>
              </a:spcBef>
              <a:spcAft>
                <a:spcPts val="0"/>
              </a:spcAft>
              <a:buSzPts val="1400"/>
              <a:buNone/>
              <a:defRPr/>
            </a:lvl5pPr>
            <a:lvl6pPr lvl="5" algn="ctr">
              <a:lnSpc>
                <a:spcPct val="100000"/>
              </a:lnSpc>
              <a:spcBef>
                <a:spcPts val="0"/>
              </a:spcBef>
              <a:spcAft>
                <a:spcPts val="0"/>
              </a:spcAft>
              <a:buSzPts val="1400"/>
              <a:buNone/>
              <a:defRPr/>
            </a:lvl6pPr>
            <a:lvl7pPr lvl="6" algn="ctr">
              <a:lnSpc>
                <a:spcPct val="100000"/>
              </a:lnSpc>
              <a:spcBef>
                <a:spcPts val="0"/>
              </a:spcBef>
              <a:spcAft>
                <a:spcPts val="0"/>
              </a:spcAft>
              <a:buSzPts val="1400"/>
              <a:buNone/>
              <a:defRPr/>
            </a:lvl7pPr>
            <a:lvl8pPr lvl="7" algn="ctr">
              <a:lnSpc>
                <a:spcPct val="100000"/>
              </a:lnSpc>
              <a:spcBef>
                <a:spcPts val="0"/>
              </a:spcBef>
              <a:spcAft>
                <a:spcPts val="0"/>
              </a:spcAft>
              <a:buSzPts val="1400"/>
              <a:buNone/>
              <a:defRPr/>
            </a:lvl8pPr>
            <a:lvl9pPr lvl="8" algn="ctr">
              <a:lnSpc>
                <a:spcPct val="100000"/>
              </a:lnSpc>
              <a:spcBef>
                <a:spcPts val="0"/>
              </a:spcBef>
              <a:spcAft>
                <a:spcPts val="0"/>
              </a:spcAft>
              <a:buSzPts val="1400"/>
              <a:buNone/>
              <a:defRPr/>
            </a:lvl9pPr>
          </a:lstStyle>
          <a:p>
            <a:endParaRPr/>
          </a:p>
        </p:txBody>
      </p:sp>
      <p:sp>
        <p:nvSpPr>
          <p:cNvPr id="23" name="Google Shape;23;p4"/>
          <p:cNvSpPr txBox="1">
            <a:spLocks noGrp="1"/>
          </p:cNvSpPr>
          <p:nvPr>
            <p:ph type="body" idx="1"/>
          </p:nvPr>
        </p:nvSpPr>
        <p:spPr>
          <a:xfrm rot="5400000">
            <a:off x="1272778" y="-609599"/>
            <a:ext cx="4388644" cy="6019800"/>
          </a:xfrm>
          <a:prstGeom prst="rect">
            <a:avLst/>
          </a:prstGeom>
          <a:noFill/>
          <a:ln>
            <a:noFill/>
          </a:ln>
        </p:spPr>
        <p:txBody>
          <a:bodyPr spcFirstLastPara="1" wrap="square" lIns="91425" tIns="45700" rIns="91425" bIns="45700" anchor="t" anchorCtr="0">
            <a:noAutofit/>
          </a:bodyPr>
          <a:lstStyle>
            <a:lvl1pPr marL="457200" lvl="0" indent="-342900" algn="l">
              <a:lnSpc>
                <a:spcPct val="100000"/>
              </a:lnSpc>
              <a:spcBef>
                <a:spcPts val="360"/>
              </a:spcBef>
              <a:spcAft>
                <a:spcPts val="0"/>
              </a:spcAft>
              <a:buClr>
                <a:schemeClr val="dk1"/>
              </a:buClr>
              <a:buSzPts val="1800"/>
              <a:buChar char="•"/>
              <a:defRPr/>
            </a:lvl1pPr>
            <a:lvl2pPr marL="914400" lvl="1" indent="-342900" algn="l">
              <a:lnSpc>
                <a:spcPct val="100000"/>
              </a:lnSpc>
              <a:spcBef>
                <a:spcPts val="360"/>
              </a:spcBef>
              <a:spcAft>
                <a:spcPts val="0"/>
              </a:spcAft>
              <a:buClr>
                <a:schemeClr val="dk1"/>
              </a:buClr>
              <a:buSzPts val="1800"/>
              <a:buChar char="–"/>
              <a:defRPr/>
            </a:lvl2pPr>
            <a:lvl3pPr marL="1371600" lvl="2" indent="-342900" algn="l">
              <a:lnSpc>
                <a:spcPct val="100000"/>
              </a:lnSpc>
              <a:spcBef>
                <a:spcPts val="360"/>
              </a:spcBef>
              <a:spcAft>
                <a:spcPts val="0"/>
              </a:spcAft>
              <a:buClr>
                <a:schemeClr val="dk1"/>
              </a:buClr>
              <a:buSzPts val="1800"/>
              <a:buChar char="•"/>
              <a:defRPr/>
            </a:lvl3pPr>
            <a:lvl4pPr marL="1828800" lvl="3" indent="-342900" algn="l">
              <a:lnSpc>
                <a:spcPct val="100000"/>
              </a:lnSpc>
              <a:spcBef>
                <a:spcPts val="360"/>
              </a:spcBef>
              <a:spcAft>
                <a:spcPts val="0"/>
              </a:spcAft>
              <a:buClr>
                <a:schemeClr val="dk1"/>
              </a:buClr>
              <a:buSzPts val="1800"/>
              <a:buChar char="–"/>
              <a:defRPr/>
            </a:lvl4pPr>
            <a:lvl5pPr marL="2286000" lvl="4" indent="-342900" algn="l">
              <a:lnSpc>
                <a:spcPct val="100000"/>
              </a:lnSpc>
              <a:spcBef>
                <a:spcPts val="360"/>
              </a:spcBef>
              <a:spcAft>
                <a:spcPts val="0"/>
              </a:spcAft>
              <a:buClr>
                <a:schemeClr val="dk1"/>
              </a:buClr>
              <a:buSzPts val="1800"/>
              <a:buChar char="»"/>
              <a:defRPr/>
            </a:lvl5pPr>
            <a:lvl6pPr marL="2743200" lvl="5" indent="-342900" algn="l">
              <a:lnSpc>
                <a:spcPct val="100000"/>
              </a:lnSpc>
              <a:spcBef>
                <a:spcPts val="360"/>
              </a:spcBef>
              <a:spcAft>
                <a:spcPts val="0"/>
              </a:spcAft>
              <a:buClr>
                <a:schemeClr val="dk1"/>
              </a:buClr>
              <a:buSzPts val="1800"/>
              <a:buChar char="•"/>
              <a:defRPr/>
            </a:lvl6pPr>
            <a:lvl7pPr marL="3200400" lvl="6" indent="-342900" algn="l">
              <a:lnSpc>
                <a:spcPct val="100000"/>
              </a:lnSpc>
              <a:spcBef>
                <a:spcPts val="360"/>
              </a:spcBef>
              <a:spcAft>
                <a:spcPts val="0"/>
              </a:spcAft>
              <a:buClr>
                <a:schemeClr val="dk1"/>
              </a:buClr>
              <a:buSzPts val="1800"/>
              <a:buChar char="•"/>
              <a:defRPr/>
            </a:lvl7pPr>
            <a:lvl8pPr marL="3657600" lvl="7" indent="-342900" algn="l">
              <a:lnSpc>
                <a:spcPct val="100000"/>
              </a:lnSpc>
              <a:spcBef>
                <a:spcPts val="360"/>
              </a:spcBef>
              <a:spcAft>
                <a:spcPts val="0"/>
              </a:spcAft>
              <a:buClr>
                <a:schemeClr val="dk1"/>
              </a:buClr>
              <a:buSzPts val="1800"/>
              <a:buChar char="•"/>
              <a:defRPr/>
            </a:lvl8pPr>
            <a:lvl9pPr marL="4114800" lvl="8" indent="-342900" algn="l">
              <a:lnSpc>
                <a:spcPct val="100000"/>
              </a:lnSpc>
              <a:spcBef>
                <a:spcPts val="360"/>
              </a:spcBef>
              <a:spcAft>
                <a:spcPts val="0"/>
              </a:spcAft>
              <a:buClr>
                <a:schemeClr val="dk1"/>
              </a:buClr>
              <a:buSzPts val="1800"/>
              <a:buChar char="•"/>
              <a:defRPr/>
            </a:lvl9pPr>
          </a:lstStyle>
          <a:p>
            <a:endParaRPr/>
          </a:p>
        </p:txBody>
      </p:sp>
      <p:sp>
        <p:nvSpPr>
          <p:cNvPr id="24" name="Google Shape;24;p4"/>
          <p:cNvSpPr txBox="1">
            <a:spLocks noGrp="1"/>
          </p:cNvSpPr>
          <p:nvPr>
            <p:ph type="dt" idx="10"/>
          </p:nvPr>
        </p:nvSpPr>
        <p:spPr>
          <a:xfrm>
            <a:off x="457200" y="4767263"/>
            <a:ext cx="2133600" cy="273844"/>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sz="1200">
                <a:solidFill>
                  <a:srgbClr val="898989"/>
                </a:solidFill>
                <a:latin typeface="Calibri"/>
                <a:ea typeface="Calibri"/>
                <a:cs typeface="Calibri"/>
                <a:sym typeface="Calibri"/>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5" name="Google Shape;25;p4"/>
          <p:cNvSpPr txBox="1">
            <a:spLocks noGrp="1"/>
          </p:cNvSpPr>
          <p:nvPr>
            <p:ph type="ftr" idx="11"/>
          </p:nvPr>
        </p:nvSpPr>
        <p:spPr>
          <a:xfrm>
            <a:off x="3124200" y="4767263"/>
            <a:ext cx="2895600" cy="273844"/>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sz="1200">
                <a:solidFill>
                  <a:srgbClr val="898989"/>
                </a:solidFill>
                <a:latin typeface="Calibri"/>
                <a:ea typeface="Calibri"/>
                <a:cs typeface="Calibri"/>
                <a:sym typeface="Calibri"/>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6" name="Google Shape;26;p4"/>
          <p:cNvSpPr txBox="1">
            <a:spLocks noGrp="1"/>
          </p:cNvSpPr>
          <p:nvPr>
            <p:ph type="sldNum" idx="12"/>
          </p:nvPr>
        </p:nvSpPr>
        <p:spPr>
          <a:xfrm>
            <a:off x="6553200" y="4767263"/>
            <a:ext cx="2133600" cy="273844"/>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1pPr>
            <a:lvl2pPr marL="0" marR="0" lvl="1"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2pPr>
            <a:lvl3pPr marL="0" marR="0" lvl="2"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3pPr>
            <a:lvl4pPr marL="0" marR="0" lvl="3"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4pPr>
            <a:lvl5pPr marL="0" marR="0" lvl="4"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5pPr>
            <a:lvl6pPr marL="0" marR="0" lvl="5"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6pPr>
            <a:lvl7pPr marL="0" marR="0" lvl="6"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7pPr>
            <a:lvl8pPr marL="0" marR="0" lvl="7"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8pPr>
            <a:lvl9pPr marL="0" marR="0" lvl="8"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27"/>
        <p:cNvGrpSpPr/>
        <p:nvPr/>
      </p:nvGrpSpPr>
      <p:grpSpPr>
        <a:xfrm>
          <a:off x="0" y="0"/>
          <a:ext cx="0" cy="0"/>
          <a:chOff x="0" y="0"/>
          <a:chExt cx="0" cy="0"/>
        </a:xfrm>
      </p:grpSpPr>
      <p:sp>
        <p:nvSpPr>
          <p:cNvPr id="28" name="Google Shape;28;p5"/>
          <p:cNvSpPr txBox="1">
            <a:spLocks noGrp="1"/>
          </p:cNvSpPr>
          <p:nvPr>
            <p:ph type="title"/>
          </p:nvPr>
        </p:nvSpPr>
        <p:spPr>
          <a:xfrm>
            <a:off x="457200" y="205978"/>
            <a:ext cx="8229600" cy="85725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ctr">
              <a:lnSpc>
                <a:spcPct val="100000"/>
              </a:lnSpc>
              <a:spcBef>
                <a:spcPts val="0"/>
              </a:spcBef>
              <a:spcAft>
                <a:spcPts val="0"/>
              </a:spcAft>
              <a:buSzPts val="1400"/>
              <a:buNone/>
              <a:defRPr/>
            </a:lvl2pPr>
            <a:lvl3pPr lvl="2" algn="ctr">
              <a:lnSpc>
                <a:spcPct val="100000"/>
              </a:lnSpc>
              <a:spcBef>
                <a:spcPts val="0"/>
              </a:spcBef>
              <a:spcAft>
                <a:spcPts val="0"/>
              </a:spcAft>
              <a:buSzPts val="1400"/>
              <a:buNone/>
              <a:defRPr/>
            </a:lvl3pPr>
            <a:lvl4pPr lvl="3" algn="ctr">
              <a:lnSpc>
                <a:spcPct val="100000"/>
              </a:lnSpc>
              <a:spcBef>
                <a:spcPts val="0"/>
              </a:spcBef>
              <a:spcAft>
                <a:spcPts val="0"/>
              </a:spcAft>
              <a:buSzPts val="1400"/>
              <a:buNone/>
              <a:defRPr/>
            </a:lvl4pPr>
            <a:lvl5pPr lvl="4" algn="ctr">
              <a:lnSpc>
                <a:spcPct val="100000"/>
              </a:lnSpc>
              <a:spcBef>
                <a:spcPts val="0"/>
              </a:spcBef>
              <a:spcAft>
                <a:spcPts val="0"/>
              </a:spcAft>
              <a:buSzPts val="1400"/>
              <a:buNone/>
              <a:defRPr/>
            </a:lvl5pPr>
            <a:lvl6pPr lvl="5" algn="ctr">
              <a:lnSpc>
                <a:spcPct val="100000"/>
              </a:lnSpc>
              <a:spcBef>
                <a:spcPts val="0"/>
              </a:spcBef>
              <a:spcAft>
                <a:spcPts val="0"/>
              </a:spcAft>
              <a:buSzPts val="1400"/>
              <a:buNone/>
              <a:defRPr/>
            </a:lvl6pPr>
            <a:lvl7pPr lvl="6" algn="ctr">
              <a:lnSpc>
                <a:spcPct val="100000"/>
              </a:lnSpc>
              <a:spcBef>
                <a:spcPts val="0"/>
              </a:spcBef>
              <a:spcAft>
                <a:spcPts val="0"/>
              </a:spcAft>
              <a:buSzPts val="1400"/>
              <a:buNone/>
              <a:defRPr/>
            </a:lvl7pPr>
            <a:lvl8pPr lvl="7" algn="ctr">
              <a:lnSpc>
                <a:spcPct val="100000"/>
              </a:lnSpc>
              <a:spcBef>
                <a:spcPts val="0"/>
              </a:spcBef>
              <a:spcAft>
                <a:spcPts val="0"/>
              </a:spcAft>
              <a:buSzPts val="1400"/>
              <a:buNone/>
              <a:defRPr/>
            </a:lvl8pPr>
            <a:lvl9pPr lvl="8" algn="ctr">
              <a:lnSpc>
                <a:spcPct val="100000"/>
              </a:lnSpc>
              <a:spcBef>
                <a:spcPts val="0"/>
              </a:spcBef>
              <a:spcAft>
                <a:spcPts val="0"/>
              </a:spcAft>
              <a:buSzPts val="1400"/>
              <a:buNone/>
              <a:defRPr/>
            </a:lvl9pPr>
          </a:lstStyle>
          <a:p>
            <a:endParaRPr/>
          </a:p>
        </p:txBody>
      </p:sp>
      <p:sp>
        <p:nvSpPr>
          <p:cNvPr id="29" name="Google Shape;29;p5"/>
          <p:cNvSpPr txBox="1">
            <a:spLocks noGrp="1"/>
          </p:cNvSpPr>
          <p:nvPr>
            <p:ph type="body" idx="1"/>
          </p:nvPr>
        </p:nvSpPr>
        <p:spPr>
          <a:xfrm rot="5400000">
            <a:off x="2874764" y="-1217414"/>
            <a:ext cx="3394471" cy="8229600"/>
          </a:xfrm>
          <a:prstGeom prst="rect">
            <a:avLst/>
          </a:prstGeom>
          <a:noFill/>
          <a:ln>
            <a:noFill/>
          </a:ln>
        </p:spPr>
        <p:txBody>
          <a:bodyPr spcFirstLastPara="1" wrap="square" lIns="91425" tIns="45700" rIns="91425" bIns="45700" anchor="t" anchorCtr="0">
            <a:noAutofit/>
          </a:bodyPr>
          <a:lstStyle>
            <a:lvl1pPr marL="457200" lvl="0" indent="-342900" algn="l">
              <a:lnSpc>
                <a:spcPct val="100000"/>
              </a:lnSpc>
              <a:spcBef>
                <a:spcPts val="360"/>
              </a:spcBef>
              <a:spcAft>
                <a:spcPts val="0"/>
              </a:spcAft>
              <a:buClr>
                <a:schemeClr val="dk1"/>
              </a:buClr>
              <a:buSzPts val="1800"/>
              <a:buChar char="•"/>
              <a:defRPr/>
            </a:lvl1pPr>
            <a:lvl2pPr marL="914400" lvl="1" indent="-342900" algn="l">
              <a:lnSpc>
                <a:spcPct val="100000"/>
              </a:lnSpc>
              <a:spcBef>
                <a:spcPts val="360"/>
              </a:spcBef>
              <a:spcAft>
                <a:spcPts val="0"/>
              </a:spcAft>
              <a:buClr>
                <a:schemeClr val="dk1"/>
              </a:buClr>
              <a:buSzPts val="1800"/>
              <a:buChar char="–"/>
              <a:defRPr/>
            </a:lvl2pPr>
            <a:lvl3pPr marL="1371600" lvl="2" indent="-342900" algn="l">
              <a:lnSpc>
                <a:spcPct val="100000"/>
              </a:lnSpc>
              <a:spcBef>
                <a:spcPts val="360"/>
              </a:spcBef>
              <a:spcAft>
                <a:spcPts val="0"/>
              </a:spcAft>
              <a:buClr>
                <a:schemeClr val="dk1"/>
              </a:buClr>
              <a:buSzPts val="1800"/>
              <a:buChar char="•"/>
              <a:defRPr/>
            </a:lvl3pPr>
            <a:lvl4pPr marL="1828800" lvl="3" indent="-342900" algn="l">
              <a:lnSpc>
                <a:spcPct val="100000"/>
              </a:lnSpc>
              <a:spcBef>
                <a:spcPts val="360"/>
              </a:spcBef>
              <a:spcAft>
                <a:spcPts val="0"/>
              </a:spcAft>
              <a:buClr>
                <a:schemeClr val="dk1"/>
              </a:buClr>
              <a:buSzPts val="1800"/>
              <a:buChar char="–"/>
              <a:defRPr/>
            </a:lvl4pPr>
            <a:lvl5pPr marL="2286000" lvl="4" indent="-342900" algn="l">
              <a:lnSpc>
                <a:spcPct val="100000"/>
              </a:lnSpc>
              <a:spcBef>
                <a:spcPts val="360"/>
              </a:spcBef>
              <a:spcAft>
                <a:spcPts val="0"/>
              </a:spcAft>
              <a:buClr>
                <a:schemeClr val="dk1"/>
              </a:buClr>
              <a:buSzPts val="1800"/>
              <a:buChar char="»"/>
              <a:defRPr/>
            </a:lvl5pPr>
            <a:lvl6pPr marL="2743200" lvl="5" indent="-342900" algn="l">
              <a:lnSpc>
                <a:spcPct val="100000"/>
              </a:lnSpc>
              <a:spcBef>
                <a:spcPts val="360"/>
              </a:spcBef>
              <a:spcAft>
                <a:spcPts val="0"/>
              </a:spcAft>
              <a:buClr>
                <a:schemeClr val="dk1"/>
              </a:buClr>
              <a:buSzPts val="1800"/>
              <a:buChar char="•"/>
              <a:defRPr/>
            </a:lvl6pPr>
            <a:lvl7pPr marL="3200400" lvl="6" indent="-342900" algn="l">
              <a:lnSpc>
                <a:spcPct val="100000"/>
              </a:lnSpc>
              <a:spcBef>
                <a:spcPts val="360"/>
              </a:spcBef>
              <a:spcAft>
                <a:spcPts val="0"/>
              </a:spcAft>
              <a:buClr>
                <a:schemeClr val="dk1"/>
              </a:buClr>
              <a:buSzPts val="1800"/>
              <a:buChar char="•"/>
              <a:defRPr/>
            </a:lvl7pPr>
            <a:lvl8pPr marL="3657600" lvl="7" indent="-342900" algn="l">
              <a:lnSpc>
                <a:spcPct val="100000"/>
              </a:lnSpc>
              <a:spcBef>
                <a:spcPts val="360"/>
              </a:spcBef>
              <a:spcAft>
                <a:spcPts val="0"/>
              </a:spcAft>
              <a:buClr>
                <a:schemeClr val="dk1"/>
              </a:buClr>
              <a:buSzPts val="1800"/>
              <a:buChar char="•"/>
              <a:defRPr/>
            </a:lvl8pPr>
            <a:lvl9pPr marL="4114800" lvl="8" indent="-342900" algn="l">
              <a:lnSpc>
                <a:spcPct val="100000"/>
              </a:lnSpc>
              <a:spcBef>
                <a:spcPts val="360"/>
              </a:spcBef>
              <a:spcAft>
                <a:spcPts val="0"/>
              </a:spcAft>
              <a:buClr>
                <a:schemeClr val="dk1"/>
              </a:buClr>
              <a:buSzPts val="1800"/>
              <a:buChar char="•"/>
              <a:defRPr/>
            </a:lvl9pPr>
          </a:lstStyle>
          <a:p>
            <a:endParaRPr/>
          </a:p>
        </p:txBody>
      </p:sp>
      <p:sp>
        <p:nvSpPr>
          <p:cNvPr id="30" name="Google Shape;30;p5"/>
          <p:cNvSpPr txBox="1">
            <a:spLocks noGrp="1"/>
          </p:cNvSpPr>
          <p:nvPr>
            <p:ph type="dt" idx="10"/>
          </p:nvPr>
        </p:nvSpPr>
        <p:spPr>
          <a:xfrm>
            <a:off x="457200" y="4767263"/>
            <a:ext cx="2133600" cy="273844"/>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sz="1200">
                <a:solidFill>
                  <a:srgbClr val="898989"/>
                </a:solidFill>
                <a:latin typeface="Calibri"/>
                <a:ea typeface="Calibri"/>
                <a:cs typeface="Calibri"/>
                <a:sym typeface="Calibri"/>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1" name="Google Shape;31;p5"/>
          <p:cNvSpPr txBox="1">
            <a:spLocks noGrp="1"/>
          </p:cNvSpPr>
          <p:nvPr>
            <p:ph type="ftr" idx="11"/>
          </p:nvPr>
        </p:nvSpPr>
        <p:spPr>
          <a:xfrm>
            <a:off x="3124200" y="4767263"/>
            <a:ext cx="2895600" cy="273844"/>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sz="1200">
                <a:solidFill>
                  <a:srgbClr val="898989"/>
                </a:solidFill>
                <a:latin typeface="Calibri"/>
                <a:ea typeface="Calibri"/>
                <a:cs typeface="Calibri"/>
                <a:sym typeface="Calibri"/>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2" name="Google Shape;32;p5"/>
          <p:cNvSpPr txBox="1">
            <a:spLocks noGrp="1"/>
          </p:cNvSpPr>
          <p:nvPr>
            <p:ph type="sldNum" idx="12"/>
          </p:nvPr>
        </p:nvSpPr>
        <p:spPr>
          <a:xfrm>
            <a:off x="6553200" y="4767263"/>
            <a:ext cx="2133600" cy="273844"/>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1pPr>
            <a:lvl2pPr marL="0" marR="0" lvl="1"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2pPr>
            <a:lvl3pPr marL="0" marR="0" lvl="2"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3pPr>
            <a:lvl4pPr marL="0" marR="0" lvl="3"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4pPr>
            <a:lvl5pPr marL="0" marR="0" lvl="4"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5pPr>
            <a:lvl6pPr marL="0" marR="0" lvl="5"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6pPr>
            <a:lvl7pPr marL="0" marR="0" lvl="6"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7pPr>
            <a:lvl8pPr marL="0" marR="0" lvl="7"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8pPr>
            <a:lvl9pPr marL="0" marR="0" lvl="8"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33"/>
        <p:cNvGrpSpPr/>
        <p:nvPr/>
      </p:nvGrpSpPr>
      <p:grpSpPr>
        <a:xfrm>
          <a:off x="0" y="0"/>
          <a:ext cx="0" cy="0"/>
          <a:chOff x="0" y="0"/>
          <a:chExt cx="0" cy="0"/>
        </a:xfrm>
      </p:grpSpPr>
      <p:sp>
        <p:nvSpPr>
          <p:cNvPr id="34" name="Google Shape;34;p6"/>
          <p:cNvSpPr txBox="1">
            <a:spLocks noGrp="1"/>
          </p:cNvSpPr>
          <p:nvPr>
            <p:ph type="title"/>
          </p:nvPr>
        </p:nvSpPr>
        <p:spPr>
          <a:xfrm>
            <a:off x="1792288" y="3600450"/>
            <a:ext cx="5486400" cy="425053"/>
          </a:xfrm>
          <a:prstGeom prst="rect">
            <a:avLst/>
          </a:prstGeom>
          <a:noFill/>
          <a:ln>
            <a:noFill/>
          </a:ln>
        </p:spPr>
        <p:txBody>
          <a:bodyPr spcFirstLastPara="1" wrap="square" lIns="91425" tIns="45700" rIns="91425" bIns="45700" anchor="b" anchorCtr="0">
            <a:noAutofit/>
          </a:bodyPr>
          <a:lstStyle>
            <a:lvl1pPr lvl="0" algn="l">
              <a:lnSpc>
                <a:spcPct val="100000"/>
              </a:lnSpc>
              <a:spcBef>
                <a:spcPts val="0"/>
              </a:spcBef>
              <a:spcAft>
                <a:spcPts val="0"/>
              </a:spcAft>
              <a:buSzPts val="1400"/>
              <a:buNone/>
              <a:defRPr sz="2000" b="1"/>
            </a:lvl1pPr>
            <a:lvl2pPr lvl="1" algn="ctr">
              <a:lnSpc>
                <a:spcPct val="100000"/>
              </a:lnSpc>
              <a:spcBef>
                <a:spcPts val="0"/>
              </a:spcBef>
              <a:spcAft>
                <a:spcPts val="0"/>
              </a:spcAft>
              <a:buSzPts val="1400"/>
              <a:buNone/>
              <a:defRPr/>
            </a:lvl2pPr>
            <a:lvl3pPr lvl="2" algn="ctr">
              <a:lnSpc>
                <a:spcPct val="100000"/>
              </a:lnSpc>
              <a:spcBef>
                <a:spcPts val="0"/>
              </a:spcBef>
              <a:spcAft>
                <a:spcPts val="0"/>
              </a:spcAft>
              <a:buSzPts val="1400"/>
              <a:buNone/>
              <a:defRPr/>
            </a:lvl3pPr>
            <a:lvl4pPr lvl="3" algn="ctr">
              <a:lnSpc>
                <a:spcPct val="100000"/>
              </a:lnSpc>
              <a:spcBef>
                <a:spcPts val="0"/>
              </a:spcBef>
              <a:spcAft>
                <a:spcPts val="0"/>
              </a:spcAft>
              <a:buSzPts val="1400"/>
              <a:buNone/>
              <a:defRPr/>
            </a:lvl4pPr>
            <a:lvl5pPr lvl="4" algn="ctr">
              <a:lnSpc>
                <a:spcPct val="100000"/>
              </a:lnSpc>
              <a:spcBef>
                <a:spcPts val="0"/>
              </a:spcBef>
              <a:spcAft>
                <a:spcPts val="0"/>
              </a:spcAft>
              <a:buSzPts val="1400"/>
              <a:buNone/>
              <a:defRPr/>
            </a:lvl5pPr>
            <a:lvl6pPr lvl="5" algn="ctr">
              <a:lnSpc>
                <a:spcPct val="100000"/>
              </a:lnSpc>
              <a:spcBef>
                <a:spcPts val="0"/>
              </a:spcBef>
              <a:spcAft>
                <a:spcPts val="0"/>
              </a:spcAft>
              <a:buSzPts val="1400"/>
              <a:buNone/>
              <a:defRPr/>
            </a:lvl6pPr>
            <a:lvl7pPr lvl="6" algn="ctr">
              <a:lnSpc>
                <a:spcPct val="100000"/>
              </a:lnSpc>
              <a:spcBef>
                <a:spcPts val="0"/>
              </a:spcBef>
              <a:spcAft>
                <a:spcPts val="0"/>
              </a:spcAft>
              <a:buSzPts val="1400"/>
              <a:buNone/>
              <a:defRPr/>
            </a:lvl7pPr>
            <a:lvl8pPr lvl="7" algn="ctr">
              <a:lnSpc>
                <a:spcPct val="100000"/>
              </a:lnSpc>
              <a:spcBef>
                <a:spcPts val="0"/>
              </a:spcBef>
              <a:spcAft>
                <a:spcPts val="0"/>
              </a:spcAft>
              <a:buSzPts val="1400"/>
              <a:buNone/>
              <a:defRPr/>
            </a:lvl8pPr>
            <a:lvl9pPr lvl="8" algn="ctr">
              <a:lnSpc>
                <a:spcPct val="100000"/>
              </a:lnSpc>
              <a:spcBef>
                <a:spcPts val="0"/>
              </a:spcBef>
              <a:spcAft>
                <a:spcPts val="0"/>
              </a:spcAft>
              <a:buSzPts val="1400"/>
              <a:buNone/>
              <a:defRPr/>
            </a:lvl9pPr>
          </a:lstStyle>
          <a:p>
            <a:endParaRPr/>
          </a:p>
        </p:txBody>
      </p:sp>
      <p:sp>
        <p:nvSpPr>
          <p:cNvPr id="35" name="Google Shape;35;p6"/>
          <p:cNvSpPr>
            <a:spLocks noGrp="1"/>
          </p:cNvSpPr>
          <p:nvPr>
            <p:ph type="pic" idx="2"/>
          </p:nvPr>
        </p:nvSpPr>
        <p:spPr>
          <a:xfrm>
            <a:off x="1792288" y="459581"/>
            <a:ext cx="5486400" cy="3086100"/>
          </a:xfrm>
          <a:prstGeom prst="rect">
            <a:avLst/>
          </a:prstGeom>
          <a:noFill/>
          <a:ln>
            <a:noFill/>
          </a:ln>
        </p:spPr>
      </p:sp>
      <p:sp>
        <p:nvSpPr>
          <p:cNvPr id="36" name="Google Shape;36;p6"/>
          <p:cNvSpPr txBox="1">
            <a:spLocks noGrp="1"/>
          </p:cNvSpPr>
          <p:nvPr>
            <p:ph type="body" idx="1"/>
          </p:nvPr>
        </p:nvSpPr>
        <p:spPr>
          <a:xfrm>
            <a:off x="1792288" y="4025503"/>
            <a:ext cx="5486400" cy="603646"/>
          </a:xfrm>
          <a:prstGeom prst="rect">
            <a:avLst/>
          </a:prstGeom>
          <a:noFill/>
          <a:ln>
            <a:noFill/>
          </a:ln>
        </p:spPr>
        <p:txBody>
          <a:bodyPr spcFirstLastPara="1" wrap="square" lIns="91425" tIns="45700" rIns="91425" bIns="45700" anchor="t" anchorCtr="0">
            <a:noAutofit/>
          </a:bodyPr>
          <a:lstStyle>
            <a:lvl1pPr marL="457200" lvl="0" indent="-228600" algn="l">
              <a:lnSpc>
                <a:spcPct val="100000"/>
              </a:lnSpc>
              <a:spcBef>
                <a:spcPts val="280"/>
              </a:spcBef>
              <a:spcAft>
                <a:spcPts val="0"/>
              </a:spcAft>
              <a:buClr>
                <a:schemeClr val="dk1"/>
              </a:buClr>
              <a:buSzPts val="1400"/>
              <a:buNone/>
              <a:defRPr sz="1400"/>
            </a:lvl1pPr>
            <a:lvl2pPr marL="914400" lvl="1" indent="-228600" algn="l">
              <a:lnSpc>
                <a:spcPct val="100000"/>
              </a:lnSpc>
              <a:spcBef>
                <a:spcPts val="240"/>
              </a:spcBef>
              <a:spcAft>
                <a:spcPts val="0"/>
              </a:spcAft>
              <a:buClr>
                <a:schemeClr val="dk1"/>
              </a:buClr>
              <a:buSzPts val="1200"/>
              <a:buNone/>
              <a:defRPr sz="1200"/>
            </a:lvl2pPr>
            <a:lvl3pPr marL="1371600" lvl="2" indent="-228600" algn="l">
              <a:lnSpc>
                <a:spcPct val="100000"/>
              </a:lnSpc>
              <a:spcBef>
                <a:spcPts val="200"/>
              </a:spcBef>
              <a:spcAft>
                <a:spcPts val="0"/>
              </a:spcAft>
              <a:buClr>
                <a:schemeClr val="dk1"/>
              </a:buClr>
              <a:buSzPts val="1000"/>
              <a:buNone/>
              <a:defRPr sz="1000"/>
            </a:lvl3pPr>
            <a:lvl4pPr marL="1828800" lvl="3" indent="-228600" algn="l">
              <a:lnSpc>
                <a:spcPct val="100000"/>
              </a:lnSpc>
              <a:spcBef>
                <a:spcPts val="180"/>
              </a:spcBef>
              <a:spcAft>
                <a:spcPts val="0"/>
              </a:spcAft>
              <a:buClr>
                <a:schemeClr val="dk1"/>
              </a:buClr>
              <a:buSzPts val="900"/>
              <a:buNone/>
              <a:defRPr sz="900"/>
            </a:lvl4pPr>
            <a:lvl5pPr marL="2286000" lvl="4" indent="-228600" algn="l">
              <a:lnSpc>
                <a:spcPct val="100000"/>
              </a:lnSpc>
              <a:spcBef>
                <a:spcPts val="180"/>
              </a:spcBef>
              <a:spcAft>
                <a:spcPts val="0"/>
              </a:spcAft>
              <a:buClr>
                <a:schemeClr val="dk1"/>
              </a:buClr>
              <a:buSzPts val="900"/>
              <a:buNone/>
              <a:defRPr sz="900"/>
            </a:lvl5pPr>
            <a:lvl6pPr marL="2743200" lvl="5" indent="-228600" algn="l">
              <a:lnSpc>
                <a:spcPct val="100000"/>
              </a:lnSpc>
              <a:spcBef>
                <a:spcPts val="180"/>
              </a:spcBef>
              <a:spcAft>
                <a:spcPts val="0"/>
              </a:spcAft>
              <a:buClr>
                <a:schemeClr val="dk1"/>
              </a:buClr>
              <a:buSzPts val="900"/>
              <a:buNone/>
              <a:defRPr sz="900"/>
            </a:lvl6pPr>
            <a:lvl7pPr marL="3200400" lvl="6" indent="-228600" algn="l">
              <a:lnSpc>
                <a:spcPct val="100000"/>
              </a:lnSpc>
              <a:spcBef>
                <a:spcPts val="180"/>
              </a:spcBef>
              <a:spcAft>
                <a:spcPts val="0"/>
              </a:spcAft>
              <a:buClr>
                <a:schemeClr val="dk1"/>
              </a:buClr>
              <a:buSzPts val="900"/>
              <a:buNone/>
              <a:defRPr sz="900"/>
            </a:lvl7pPr>
            <a:lvl8pPr marL="3657600" lvl="7" indent="-228600" algn="l">
              <a:lnSpc>
                <a:spcPct val="100000"/>
              </a:lnSpc>
              <a:spcBef>
                <a:spcPts val="180"/>
              </a:spcBef>
              <a:spcAft>
                <a:spcPts val="0"/>
              </a:spcAft>
              <a:buClr>
                <a:schemeClr val="dk1"/>
              </a:buClr>
              <a:buSzPts val="900"/>
              <a:buNone/>
              <a:defRPr sz="900"/>
            </a:lvl8pPr>
            <a:lvl9pPr marL="4114800" lvl="8" indent="-228600" algn="l">
              <a:lnSpc>
                <a:spcPct val="100000"/>
              </a:lnSpc>
              <a:spcBef>
                <a:spcPts val="180"/>
              </a:spcBef>
              <a:spcAft>
                <a:spcPts val="0"/>
              </a:spcAft>
              <a:buClr>
                <a:schemeClr val="dk1"/>
              </a:buClr>
              <a:buSzPts val="900"/>
              <a:buNone/>
              <a:defRPr sz="900"/>
            </a:lvl9pPr>
          </a:lstStyle>
          <a:p>
            <a:endParaRPr/>
          </a:p>
        </p:txBody>
      </p:sp>
      <p:sp>
        <p:nvSpPr>
          <p:cNvPr id="37" name="Google Shape;37;p6"/>
          <p:cNvSpPr txBox="1">
            <a:spLocks noGrp="1"/>
          </p:cNvSpPr>
          <p:nvPr>
            <p:ph type="dt" idx="10"/>
          </p:nvPr>
        </p:nvSpPr>
        <p:spPr>
          <a:xfrm>
            <a:off x="457200" y="4767263"/>
            <a:ext cx="2133600" cy="273844"/>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sz="1200">
                <a:solidFill>
                  <a:srgbClr val="898989"/>
                </a:solidFill>
                <a:latin typeface="Calibri"/>
                <a:ea typeface="Calibri"/>
                <a:cs typeface="Calibri"/>
                <a:sym typeface="Calibri"/>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8" name="Google Shape;38;p6"/>
          <p:cNvSpPr txBox="1">
            <a:spLocks noGrp="1"/>
          </p:cNvSpPr>
          <p:nvPr>
            <p:ph type="ftr" idx="11"/>
          </p:nvPr>
        </p:nvSpPr>
        <p:spPr>
          <a:xfrm>
            <a:off x="3124200" y="4767263"/>
            <a:ext cx="2895600" cy="273844"/>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sz="1200">
                <a:solidFill>
                  <a:srgbClr val="898989"/>
                </a:solidFill>
                <a:latin typeface="Calibri"/>
                <a:ea typeface="Calibri"/>
                <a:cs typeface="Calibri"/>
                <a:sym typeface="Calibri"/>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9" name="Google Shape;39;p6"/>
          <p:cNvSpPr txBox="1">
            <a:spLocks noGrp="1"/>
          </p:cNvSpPr>
          <p:nvPr>
            <p:ph type="sldNum" idx="12"/>
          </p:nvPr>
        </p:nvSpPr>
        <p:spPr>
          <a:xfrm>
            <a:off x="6553200" y="4767263"/>
            <a:ext cx="2133600" cy="273844"/>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1pPr>
            <a:lvl2pPr marL="0" marR="0" lvl="1"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2pPr>
            <a:lvl3pPr marL="0" marR="0" lvl="2"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3pPr>
            <a:lvl4pPr marL="0" marR="0" lvl="3"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4pPr>
            <a:lvl5pPr marL="0" marR="0" lvl="4"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5pPr>
            <a:lvl6pPr marL="0" marR="0" lvl="5"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6pPr>
            <a:lvl7pPr marL="0" marR="0" lvl="6"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7pPr>
            <a:lvl8pPr marL="0" marR="0" lvl="7"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8pPr>
            <a:lvl9pPr marL="0" marR="0" lvl="8"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40"/>
        <p:cNvGrpSpPr/>
        <p:nvPr/>
      </p:nvGrpSpPr>
      <p:grpSpPr>
        <a:xfrm>
          <a:off x="0" y="0"/>
          <a:ext cx="0" cy="0"/>
          <a:chOff x="0" y="0"/>
          <a:chExt cx="0" cy="0"/>
        </a:xfrm>
      </p:grpSpPr>
      <p:sp>
        <p:nvSpPr>
          <p:cNvPr id="41" name="Google Shape;41;p7"/>
          <p:cNvSpPr txBox="1">
            <a:spLocks noGrp="1"/>
          </p:cNvSpPr>
          <p:nvPr>
            <p:ph type="title"/>
          </p:nvPr>
        </p:nvSpPr>
        <p:spPr>
          <a:xfrm>
            <a:off x="457200" y="204788"/>
            <a:ext cx="3008313" cy="871537"/>
          </a:xfrm>
          <a:prstGeom prst="rect">
            <a:avLst/>
          </a:prstGeom>
          <a:noFill/>
          <a:ln>
            <a:noFill/>
          </a:ln>
        </p:spPr>
        <p:txBody>
          <a:bodyPr spcFirstLastPara="1" wrap="square" lIns="91425" tIns="45700" rIns="91425" bIns="45700" anchor="b" anchorCtr="0">
            <a:noAutofit/>
          </a:bodyPr>
          <a:lstStyle>
            <a:lvl1pPr lvl="0" algn="l">
              <a:lnSpc>
                <a:spcPct val="100000"/>
              </a:lnSpc>
              <a:spcBef>
                <a:spcPts val="0"/>
              </a:spcBef>
              <a:spcAft>
                <a:spcPts val="0"/>
              </a:spcAft>
              <a:buSzPts val="1400"/>
              <a:buNone/>
              <a:defRPr sz="2000" b="1"/>
            </a:lvl1pPr>
            <a:lvl2pPr lvl="1" algn="ctr">
              <a:lnSpc>
                <a:spcPct val="100000"/>
              </a:lnSpc>
              <a:spcBef>
                <a:spcPts val="0"/>
              </a:spcBef>
              <a:spcAft>
                <a:spcPts val="0"/>
              </a:spcAft>
              <a:buSzPts val="1400"/>
              <a:buNone/>
              <a:defRPr/>
            </a:lvl2pPr>
            <a:lvl3pPr lvl="2" algn="ctr">
              <a:lnSpc>
                <a:spcPct val="100000"/>
              </a:lnSpc>
              <a:spcBef>
                <a:spcPts val="0"/>
              </a:spcBef>
              <a:spcAft>
                <a:spcPts val="0"/>
              </a:spcAft>
              <a:buSzPts val="1400"/>
              <a:buNone/>
              <a:defRPr/>
            </a:lvl3pPr>
            <a:lvl4pPr lvl="3" algn="ctr">
              <a:lnSpc>
                <a:spcPct val="100000"/>
              </a:lnSpc>
              <a:spcBef>
                <a:spcPts val="0"/>
              </a:spcBef>
              <a:spcAft>
                <a:spcPts val="0"/>
              </a:spcAft>
              <a:buSzPts val="1400"/>
              <a:buNone/>
              <a:defRPr/>
            </a:lvl4pPr>
            <a:lvl5pPr lvl="4" algn="ctr">
              <a:lnSpc>
                <a:spcPct val="100000"/>
              </a:lnSpc>
              <a:spcBef>
                <a:spcPts val="0"/>
              </a:spcBef>
              <a:spcAft>
                <a:spcPts val="0"/>
              </a:spcAft>
              <a:buSzPts val="1400"/>
              <a:buNone/>
              <a:defRPr/>
            </a:lvl5pPr>
            <a:lvl6pPr lvl="5" algn="ctr">
              <a:lnSpc>
                <a:spcPct val="100000"/>
              </a:lnSpc>
              <a:spcBef>
                <a:spcPts val="0"/>
              </a:spcBef>
              <a:spcAft>
                <a:spcPts val="0"/>
              </a:spcAft>
              <a:buSzPts val="1400"/>
              <a:buNone/>
              <a:defRPr/>
            </a:lvl6pPr>
            <a:lvl7pPr lvl="6" algn="ctr">
              <a:lnSpc>
                <a:spcPct val="100000"/>
              </a:lnSpc>
              <a:spcBef>
                <a:spcPts val="0"/>
              </a:spcBef>
              <a:spcAft>
                <a:spcPts val="0"/>
              </a:spcAft>
              <a:buSzPts val="1400"/>
              <a:buNone/>
              <a:defRPr/>
            </a:lvl7pPr>
            <a:lvl8pPr lvl="7" algn="ctr">
              <a:lnSpc>
                <a:spcPct val="100000"/>
              </a:lnSpc>
              <a:spcBef>
                <a:spcPts val="0"/>
              </a:spcBef>
              <a:spcAft>
                <a:spcPts val="0"/>
              </a:spcAft>
              <a:buSzPts val="1400"/>
              <a:buNone/>
              <a:defRPr/>
            </a:lvl8pPr>
            <a:lvl9pPr lvl="8" algn="ctr">
              <a:lnSpc>
                <a:spcPct val="100000"/>
              </a:lnSpc>
              <a:spcBef>
                <a:spcPts val="0"/>
              </a:spcBef>
              <a:spcAft>
                <a:spcPts val="0"/>
              </a:spcAft>
              <a:buSzPts val="1400"/>
              <a:buNone/>
              <a:defRPr/>
            </a:lvl9pPr>
          </a:lstStyle>
          <a:p>
            <a:endParaRPr/>
          </a:p>
        </p:txBody>
      </p:sp>
      <p:sp>
        <p:nvSpPr>
          <p:cNvPr id="42" name="Google Shape;42;p7"/>
          <p:cNvSpPr txBox="1">
            <a:spLocks noGrp="1"/>
          </p:cNvSpPr>
          <p:nvPr>
            <p:ph type="body" idx="1"/>
          </p:nvPr>
        </p:nvSpPr>
        <p:spPr>
          <a:xfrm>
            <a:off x="3575050" y="204788"/>
            <a:ext cx="5111750" cy="4389835"/>
          </a:xfrm>
          <a:prstGeom prst="rect">
            <a:avLst/>
          </a:prstGeom>
          <a:noFill/>
          <a:ln>
            <a:noFill/>
          </a:ln>
        </p:spPr>
        <p:txBody>
          <a:bodyPr spcFirstLastPara="1" wrap="square" lIns="91425" tIns="45700" rIns="91425" bIns="45700" anchor="t" anchorCtr="0">
            <a:noAutofit/>
          </a:bodyPr>
          <a:lstStyle>
            <a:lvl1pPr marL="457200" lvl="0" indent="-431800" algn="l">
              <a:lnSpc>
                <a:spcPct val="100000"/>
              </a:lnSpc>
              <a:spcBef>
                <a:spcPts val="640"/>
              </a:spcBef>
              <a:spcAft>
                <a:spcPts val="0"/>
              </a:spcAft>
              <a:buClr>
                <a:schemeClr val="dk1"/>
              </a:buClr>
              <a:buSzPts val="3200"/>
              <a:buChar char="•"/>
              <a:defRPr sz="3200"/>
            </a:lvl1pPr>
            <a:lvl2pPr marL="914400" lvl="1" indent="-406400" algn="l">
              <a:lnSpc>
                <a:spcPct val="100000"/>
              </a:lnSpc>
              <a:spcBef>
                <a:spcPts val="560"/>
              </a:spcBef>
              <a:spcAft>
                <a:spcPts val="0"/>
              </a:spcAft>
              <a:buClr>
                <a:schemeClr val="dk1"/>
              </a:buClr>
              <a:buSzPts val="2800"/>
              <a:buChar char="–"/>
              <a:defRPr sz="2800"/>
            </a:lvl2pPr>
            <a:lvl3pPr marL="1371600" lvl="2" indent="-381000" algn="l">
              <a:lnSpc>
                <a:spcPct val="100000"/>
              </a:lnSpc>
              <a:spcBef>
                <a:spcPts val="480"/>
              </a:spcBef>
              <a:spcAft>
                <a:spcPts val="0"/>
              </a:spcAft>
              <a:buClr>
                <a:schemeClr val="dk1"/>
              </a:buClr>
              <a:buSzPts val="2400"/>
              <a:buChar char="•"/>
              <a:defRPr sz="2400"/>
            </a:lvl3pPr>
            <a:lvl4pPr marL="1828800" lvl="3" indent="-355600" algn="l">
              <a:lnSpc>
                <a:spcPct val="100000"/>
              </a:lnSpc>
              <a:spcBef>
                <a:spcPts val="400"/>
              </a:spcBef>
              <a:spcAft>
                <a:spcPts val="0"/>
              </a:spcAft>
              <a:buClr>
                <a:schemeClr val="dk1"/>
              </a:buClr>
              <a:buSzPts val="2000"/>
              <a:buChar char="–"/>
              <a:defRPr sz="2000"/>
            </a:lvl4pPr>
            <a:lvl5pPr marL="2286000" lvl="4" indent="-355600" algn="l">
              <a:lnSpc>
                <a:spcPct val="100000"/>
              </a:lnSpc>
              <a:spcBef>
                <a:spcPts val="400"/>
              </a:spcBef>
              <a:spcAft>
                <a:spcPts val="0"/>
              </a:spcAft>
              <a:buClr>
                <a:schemeClr val="dk1"/>
              </a:buClr>
              <a:buSzPts val="2000"/>
              <a:buChar char="»"/>
              <a:defRPr sz="2000"/>
            </a:lvl5pPr>
            <a:lvl6pPr marL="2743200" lvl="5" indent="-355600" algn="l">
              <a:lnSpc>
                <a:spcPct val="100000"/>
              </a:lnSpc>
              <a:spcBef>
                <a:spcPts val="400"/>
              </a:spcBef>
              <a:spcAft>
                <a:spcPts val="0"/>
              </a:spcAft>
              <a:buClr>
                <a:schemeClr val="dk1"/>
              </a:buClr>
              <a:buSzPts val="2000"/>
              <a:buChar char="•"/>
              <a:defRPr sz="2000"/>
            </a:lvl6pPr>
            <a:lvl7pPr marL="3200400" lvl="6" indent="-355600" algn="l">
              <a:lnSpc>
                <a:spcPct val="100000"/>
              </a:lnSpc>
              <a:spcBef>
                <a:spcPts val="400"/>
              </a:spcBef>
              <a:spcAft>
                <a:spcPts val="0"/>
              </a:spcAft>
              <a:buClr>
                <a:schemeClr val="dk1"/>
              </a:buClr>
              <a:buSzPts val="2000"/>
              <a:buChar char="•"/>
              <a:defRPr sz="2000"/>
            </a:lvl7pPr>
            <a:lvl8pPr marL="3657600" lvl="7" indent="-355600" algn="l">
              <a:lnSpc>
                <a:spcPct val="100000"/>
              </a:lnSpc>
              <a:spcBef>
                <a:spcPts val="400"/>
              </a:spcBef>
              <a:spcAft>
                <a:spcPts val="0"/>
              </a:spcAft>
              <a:buClr>
                <a:schemeClr val="dk1"/>
              </a:buClr>
              <a:buSzPts val="2000"/>
              <a:buChar char="•"/>
              <a:defRPr sz="2000"/>
            </a:lvl8pPr>
            <a:lvl9pPr marL="4114800" lvl="8" indent="-355600" algn="l">
              <a:lnSpc>
                <a:spcPct val="100000"/>
              </a:lnSpc>
              <a:spcBef>
                <a:spcPts val="400"/>
              </a:spcBef>
              <a:spcAft>
                <a:spcPts val="0"/>
              </a:spcAft>
              <a:buClr>
                <a:schemeClr val="dk1"/>
              </a:buClr>
              <a:buSzPts val="2000"/>
              <a:buChar char="•"/>
              <a:defRPr sz="2000"/>
            </a:lvl9pPr>
          </a:lstStyle>
          <a:p>
            <a:endParaRPr/>
          </a:p>
        </p:txBody>
      </p:sp>
      <p:sp>
        <p:nvSpPr>
          <p:cNvPr id="43" name="Google Shape;43;p7"/>
          <p:cNvSpPr txBox="1">
            <a:spLocks noGrp="1"/>
          </p:cNvSpPr>
          <p:nvPr>
            <p:ph type="body" idx="2"/>
          </p:nvPr>
        </p:nvSpPr>
        <p:spPr>
          <a:xfrm>
            <a:off x="457200" y="1076325"/>
            <a:ext cx="3008313" cy="3518297"/>
          </a:xfrm>
          <a:prstGeom prst="rect">
            <a:avLst/>
          </a:prstGeom>
          <a:noFill/>
          <a:ln>
            <a:noFill/>
          </a:ln>
        </p:spPr>
        <p:txBody>
          <a:bodyPr spcFirstLastPara="1" wrap="square" lIns="91425" tIns="45700" rIns="91425" bIns="45700" anchor="t" anchorCtr="0">
            <a:noAutofit/>
          </a:bodyPr>
          <a:lstStyle>
            <a:lvl1pPr marL="457200" lvl="0" indent="-228600" algn="l">
              <a:lnSpc>
                <a:spcPct val="100000"/>
              </a:lnSpc>
              <a:spcBef>
                <a:spcPts val="280"/>
              </a:spcBef>
              <a:spcAft>
                <a:spcPts val="0"/>
              </a:spcAft>
              <a:buClr>
                <a:schemeClr val="dk1"/>
              </a:buClr>
              <a:buSzPts val="1400"/>
              <a:buNone/>
              <a:defRPr sz="1400"/>
            </a:lvl1pPr>
            <a:lvl2pPr marL="914400" lvl="1" indent="-228600" algn="l">
              <a:lnSpc>
                <a:spcPct val="100000"/>
              </a:lnSpc>
              <a:spcBef>
                <a:spcPts val="240"/>
              </a:spcBef>
              <a:spcAft>
                <a:spcPts val="0"/>
              </a:spcAft>
              <a:buClr>
                <a:schemeClr val="dk1"/>
              </a:buClr>
              <a:buSzPts val="1200"/>
              <a:buNone/>
              <a:defRPr sz="1200"/>
            </a:lvl2pPr>
            <a:lvl3pPr marL="1371600" lvl="2" indent="-228600" algn="l">
              <a:lnSpc>
                <a:spcPct val="100000"/>
              </a:lnSpc>
              <a:spcBef>
                <a:spcPts val="200"/>
              </a:spcBef>
              <a:spcAft>
                <a:spcPts val="0"/>
              </a:spcAft>
              <a:buClr>
                <a:schemeClr val="dk1"/>
              </a:buClr>
              <a:buSzPts val="1000"/>
              <a:buNone/>
              <a:defRPr sz="1000"/>
            </a:lvl3pPr>
            <a:lvl4pPr marL="1828800" lvl="3" indent="-228600" algn="l">
              <a:lnSpc>
                <a:spcPct val="100000"/>
              </a:lnSpc>
              <a:spcBef>
                <a:spcPts val="180"/>
              </a:spcBef>
              <a:spcAft>
                <a:spcPts val="0"/>
              </a:spcAft>
              <a:buClr>
                <a:schemeClr val="dk1"/>
              </a:buClr>
              <a:buSzPts val="900"/>
              <a:buNone/>
              <a:defRPr sz="900"/>
            </a:lvl4pPr>
            <a:lvl5pPr marL="2286000" lvl="4" indent="-228600" algn="l">
              <a:lnSpc>
                <a:spcPct val="100000"/>
              </a:lnSpc>
              <a:spcBef>
                <a:spcPts val="180"/>
              </a:spcBef>
              <a:spcAft>
                <a:spcPts val="0"/>
              </a:spcAft>
              <a:buClr>
                <a:schemeClr val="dk1"/>
              </a:buClr>
              <a:buSzPts val="900"/>
              <a:buNone/>
              <a:defRPr sz="900"/>
            </a:lvl5pPr>
            <a:lvl6pPr marL="2743200" lvl="5" indent="-228600" algn="l">
              <a:lnSpc>
                <a:spcPct val="100000"/>
              </a:lnSpc>
              <a:spcBef>
                <a:spcPts val="180"/>
              </a:spcBef>
              <a:spcAft>
                <a:spcPts val="0"/>
              </a:spcAft>
              <a:buClr>
                <a:schemeClr val="dk1"/>
              </a:buClr>
              <a:buSzPts val="900"/>
              <a:buNone/>
              <a:defRPr sz="900"/>
            </a:lvl6pPr>
            <a:lvl7pPr marL="3200400" lvl="6" indent="-228600" algn="l">
              <a:lnSpc>
                <a:spcPct val="100000"/>
              </a:lnSpc>
              <a:spcBef>
                <a:spcPts val="180"/>
              </a:spcBef>
              <a:spcAft>
                <a:spcPts val="0"/>
              </a:spcAft>
              <a:buClr>
                <a:schemeClr val="dk1"/>
              </a:buClr>
              <a:buSzPts val="900"/>
              <a:buNone/>
              <a:defRPr sz="900"/>
            </a:lvl7pPr>
            <a:lvl8pPr marL="3657600" lvl="7" indent="-228600" algn="l">
              <a:lnSpc>
                <a:spcPct val="100000"/>
              </a:lnSpc>
              <a:spcBef>
                <a:spcPts val="180"/>
              </a:spcBef>
              <a:spcAft>
                <a:spcPts val="0"/>
              </a:spcAft>
              <a:buClr>
                <a:schemeClr val="dk1"/>
              </a:buClr>
              <a:buSzPts val="900"/>
              <a:buNone/>
              <a:defRPr sz="900"/>
            </a:lvl8pPr>
            <a:lvl9pPr marL="4114800" lvl="8" indent="-228600" algn="l">
              <a:lnSpc>
                <a:spcPct val="100000"/>
              </a:lnSpc>
              <a:spcBef>
                <a:spcPts val="180"/>
              </a:spcBef>
              <a:spcAft>
                <a:spcPts val="0"/>
              </a:spcAft>
              <a:buClr>
                <a:schemeClr val="dk1"/>
              </a:buClr>
              <a:buSzPts val="900"/>
              <a:buNone/>
              <a:defRPr sz="900"/>
            </a:lvl9pPr>
          </a:lstStyle>
          <a:p>
            <a:endParaRPr/>
          </a:p>
        </p:txBody>
      </p:sp>
      <p:sp>
        <p:nvSpPr>
          <p:cNvPr id="44" name="Google Shape;44;p7"/>
          <p:cNvSpPr txBox="1">
            <a:spLocks noGrp="1"/>
          </p:cNvSpPr>
          <p:nvPr>
            <p:ph type="dt" idx="10"/>
          </p:nvPr>
        </p:nvSpPr>
        <p:spPr>
          <a:xfrm>
            <a:off x="457200" y="4767263"/>
            <a:ext cx="2133600" cy="273844"/>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sz="1200">
                <a:solidFill>
                  <a:srgbClr val="898989"/>
                </a:solidFill>
                <a:latin typeface="Calibri"/>
                <a:ea typeface="Calibri"/>
                <a:cs typeface="Calibri"/>
                <a:sym typeface="Calibri"/>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7"/>
          <p:cNvSpPr txBox="1">
            <a:spLocks noGrp="1"/>
          </p:cNvSpPr>
          <p:nvPr>
            <p:ph type="ftr" idx="11"/>
          </p:nvPr>
        </p:nvSpPr>
        <p:spPr>
          <a:xfrm>
            <a:off x="3124200" y="4767263"/>
            <a:ext cx="2895600" cy="273844"/>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sz="1200">
                <a:solidFill>
                  <a:srgbClr val="898989"/>
                </a:solidFill>
                <a:latin typeface="Calibri"/>
                <a:ea typeface="Calibri"/>
                <a:cs typeface="Calibri"/>
                <a:sym typeface="Calibri"/>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7"/>
          <p:cNvSpPr txBox="1">
            <a:spLocks noGrp="1"/>
          </p:cNvSpPr>
          <p:nvPr>
            <p:ph type="sldNum" idx="12"/>
          </p:nvPr>
        </p:nvSpPr>
        <p:spPr>
          <a:xfrm>
            <a:off x="6553200" y="4767263"/>
            <a:ext cx="2133600" cy="273844"/>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1pPr>
            <a:lvl2pPr marL="0" marR="0" lvl="1"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2pPr>
            <a:lvl3pPr marL="0" marR="0" lvl="2"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3pPr>
            <a:lvl4pPr marL="0" marR="0" lvl="3"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4pPr>
            <a:lvl5pPr marL="0" marR="0" lvl="4"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5pPr>
            <a:lvl6pPr marL="0" marR="0" lvl="5"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6pPr>
            <a:lvl7pPr marL="0" marR="0" lvl="6"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7pPr>
            <a:lvl8pPr marL="0" marR="0" lvl="7"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8pPr>
            <a:lvl9pPr marL="0" marR="0" lvl="8"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8"/>
          <p:cNvSpPr txBox="1">
            <a:spLocks noGrp="1"/>
          </p:cNvSpPr>
          <p:nvPr>
            <p:ph type="title"/>
          </p:nvPr>
        </p:nvSpPr>
        <p:spPr>
          <a:xfrm>
            <a:off x="457200" y="205978"/>
            <a:ext cx="8229600" cy="85725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ctr">
              <a:lnSpc>
                <a:spcPct val="100000"/>
              </a:lnSpc>
              <a:spcBef>
                <a:spcPts val="0"/>
              </a:spcBef>
              <a:spcAft>
                <a:spcPts val="0"/>
              </a:spcAft>
              <a:buSzPts val="1400"/>
              <a:buNone/>
              <a:defRPr/>
            </a:lvl2pPr>
            <a:lvl3pPr lvl="2" algn="ctr">
              <a:lnSpc>
                <a:spcPct val="100000"/>
              </a:lnSpc>
              <a:spcBef>
                <a:spcPts val="0"/>
              </a:spcBef>
              <a:spcAft>
                <a:spcPts val="0"/>
              </a:spcAft>
              <a:buSzPts val="1400"/>
              <a:buNone/>
              <a:defRPr/>
            </a:lvl3pPr>
            <a:lvl4pPr lvl="3" algn="ctr">
              <a:lnSpc>
                <a:spcPct val="100000"/>
              </a:lnSpc>
              <a:spcBef>
                <a:spcPts val="0"/>
              </a:spcBef>
              <a:spcAft>
                <a:spcPts val="0"/>
              </a:spcAft>
              <a:buSzPts val="1400"/>
              <a:buNone/>
              <a:defRPr/>
            </a:lvl4pPr>
            <a:lvl5pPr lvl="4" algn="ctr">
              <a:lnSpc>
                <a:spcPct val="100000"/>
              </a:lnSpc>
              <a:spcBef>
                <a:spcPts val="0"/>
              </a:spcBef>
              <a:spcAft>
                <a:spcPts val="0"/>
              </a:spcAft>
              <a:buSzPts val="1400"/>
              <a:buNone/>
              <a:defRPr/>
            </a:lvl5pPr>
            <a:lvl6pPr lvl="5" algn="ctr">
              <a:lnSpc>
                <a:spcPct val="100000"/>
              </a:lnSpc>
              <a:spcBef>
                <a:spcPts val="0"/>
              </a:spcBef>
              <a:spcAft>
                <a:spcPts val="0"/>
              </a:spcAft>
              <a:buSzPts val="1400"/>
              <a:buNone/>
              <a:defRPr/>
            </a:lvl6pPr>
            <a:lvl7pPr lvl="6" algn="ctr">
              <a:lnSpc>
                <a:spcPct val="100000"/>
              </a:lnSpc>
              <a:spcBef>
                <a:spcPts val="0"/>
              </a:spcBef>
              <a:spcAft>
                <a:spcPts val="0"/>
              </a:spcAft>
              <a:buSzPts val="1400"/>
              <a:buNone/>
              <a:defRPr/>
            </a:lvl7pPr>
            <a:lvl8pPr lvl="7" algn="ctr">
              <a:lnSpc>
                <a:spcPct val="100000"/>
              </a:lnSpc>
              <a:spcBef>
                <a:spcPts val="0"/>
              </a:spcBef>
              <a:spcAft>
                <a:spcPts val="0"/>
              </a:spcAft>
              <a:buSzPts val="1400"/>
              <a:buNone/>
              <a:defRPr/>
            </a:lvl8pPr>
            <a:lvl9pPr lvl="8" algn="ctr">
              <a:lnSpc>
                <a:spcPct val="100000"/>
              </a:lnSpc>
              <a:spcBef>
                <a:spcPts val="0"/>
              </a:spcBef>
              <a:spcAft>
                <a:spcPts val="0"/>
              </a:spcAft>
              <a:buSzPts val="1400"/>
              <a:buNone/>
              <a:defRPr/>
            </a:lvl9pPr>
          </a:lstStyle>
          <a:p>
            <a:endParaRPr/>
          </a:p>
        </p:txBody>
      </p:sp>
      <p:sp>
        <p:nvSpPr>
          <p:cNvPr id="49" name="Google Shape;49;p8"/>
          <p:cNvSpPr txBox="1">
            <a:spLocks noGrp="1"/>
          </p:cNvSpPr>
          <p:nvPr>
            <p:ph type="dt" idx="10"/>
          </p:nvPr>
        </p:nvSpPr>
        <p:spPr>
          <a:xfrm>
            <a:off x="457200" y="4767263"/>
            <a:ext cx="2133600" cy="273844"/>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sz="1200">
                <a:solidFill>
                  <a:srgbClr val="898989"/>
                </a:solidFill>
                <a:latin typeface="Calibri"/>
                <a:ea typeface="Calibri"/>
                <a:cs typeface="Calibri"/>
                <a:sym typeface="Calibri"/>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8"/>
          <p:cNvSpPr txBox="1">
            <a:spLocks noGrp="1"/>
          </p:cNvSpPr>
          <p:nvPr>
            <p:ph type="ftr" idx="11"/>
          </p:nvPr>
        </p:nvSpPr>
        <p:spPr>
          <a:xfrm>
            <a:off x="3124200" y="4767263"/>
            <a:ext cx="2895600" cy="273844"/>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sz="1200">
                <a:solidFill>
                  <a:srgbClr val="898989"/>
                </a:solidFill>
                <a:latin typeface="Calibri"/>
                <a:ea typeface="Calibri"/>
                <a:cs typeface="Calibri"/>
                <a:sym typeface="Calibri"/>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8"/>
          <p:cNvSpPr txBox="1">
            <a:spLocks noGrp="1"/>
          </p:cNvSpPr>
          <p:nvPr>
            <p:ph type="sldNum" idx="12"/>
          </p:nvPr>
        </p:nvSpPr>
        <p:spPr>
          <a:xfrm>
            <a:off x="6553200" y="4767263"/>
            <a:ext cx="2133600" cy="273844"/>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1pPr>
            <a:lvl2pPr marL="0" marR="0" lvl="1"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2pPr>
            <a:lvl3pPr marL="0" marR="0" lvl="2"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3pPr>
            <a:lvl4pPr marL="0" marR="0" lvl="3"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4pPr>
            <a:lvl5pPr marL="0" marR="0" lvl="4"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5pPr>
            <a:lvl6pPr marL="0" marR="0" lvl="5"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6pPr>
            <a:lvl7pPr marL="0" marR="0" lvl="6"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7pPr>
            <a:lvl8pPr marL="0" marR="0" lvl="7"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8pPr>
            <a:lvl9pPr marL="0" marR="0" lvl="8"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52"/>
        <p:cNvGrpSpPr/>
        <p:nvPr/>
      </p:nvGrpSpPr>
      <p:grpSpPr>
        <a:xfrm>
          <a:off x="0" y="0"/>
          <a:ext cx="0" cy="0"/>
          <a:chOff x="0" y="0"/>
          <a:chExt cx="0" cy="0"/>
        </a:xfrm>
      </p:grpSpPr>
      <p:sp>
        <p:nvSpPr>
          <p:cNvPr id="53" name="Google Shape;53;p9"/>
          <p:cNvSpPr txBox="1">
            <a:spLocks noGrp="1"/>
          </p:cNvSpPr>
          <p:nvPr>
            <p:ph type="title"/>
          </p:nvPr>
        </p:nvSpPr>
        <p:spPr>
          <a:xfrm>
            <a:off x="457200" y="205978"/>
            <a:ext cx="8229600" cy="85725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ctr">
              <a:lnSpc>
                <a:spcPct val="100000"/>
              </a:lnSpc>
              <a:spcBef>
                <a:spcPts val="0"/>
              </a:spcBef>
              <a:spcAft>
                <a:spcPts val="0"/>
              </a:spcAft>
              <a:buSzPts val="1400"/>
              <a:buNone/>
              <a:defRPr/>
            </a:lvl2pPr>
            <a:lvl3pPr lvl="2" algn="ctr">
              <a:lnSpc>
                <a:spcPct val="100000"/>
              </a:lnSpc>
              <a:spcBef>
                <a:spcPts val="0"/>
              </a:spcBef>
              <a:spcAft>
                <a:spcPts val="0"/>
              </a:spcAft>
              <a:buSzPts val="1400"/>
              <a:buNone/>
              <a:defRPr/>
            </a:lvl3pPr>
            <a:lvl4pPr lvl="3" algn="ctr">
              <a:lnSpc>
                <a:spcPct val="100000"/>
              </a:lnSpc>
              <a:spcBef>
                <a:spcPts val="0"/>
              </a:spcBef>
              <a:spcAft>
                <a:spcPts val="0"/>
              </a:spcAft>
              <a:buSzPts val="1400"/>
              <a:buNone/>
              <a:defRPr/>
            </a:lvl4pPr>
            <a:lvl5pPr lvl="4" algn="ctr">
              <a:lnSpc>
                <a:spcPct val="100000"/>
              </a:lnSpc>
              <a:spcBef>
                <a:spcPts val="0"/>
              </a:spcBef>
              <a:spcAft>
                <a:spcPts val="0"/>
              </a:spcAft>
              <a:buSzPts val="1400"/>
              <a:buNone/>
              <a:defRPr/>
            </a:lvl5pPr>
            <a:lvl6pPr lvl="5" algn="ctr">
              <a:lnSpc>
                <a:spcPct val="100000"/>
              </a:lnSpc>
              <a:spcBef>
                <a:spcPts val="0"/>
              </a:spcBef>
              <a:spcAft>
                <a:spcPts val="0"/>
              </a:spcAft>
              <a:buSzPts val="1400"/>
              <a:buNone/>
              <a:defRPr/>
            </a:lvl6pPr>
            <a:lvl7pPr lvl="6" algn="ctr">
              <a:lnSpc>
                <a:spcPct val="100000"/>
              </a:lnSpc>
              <a:spcBef>
                <a:spcPts val="0"/>
              </a:spcBef>
              <a:spcAft>
                <a:spcPts val="0"/>
              </a:spcAft>
              <a:buSzPts val="1400"/>
              <a:buNone/>
              <a:defRPr/>
            </a:lvl7pPr>
            <a:lvl8pPr lvl="7" algn="ctr">
              <a:lnSpc>
                <a:spcPct val="100000"/>
              </a:lnSpc>
              <a:spcBef>
                <a:spcPts val="0"/>
              </a:spcBef>
              <a:spcAft>
                <a:spcPts val="0"/>
              </a:spcAft>
              <a:buSzPts val="1400"/>
              <a:buNone/>
              <a:defRPr/>
            </a:lvl8pPr>
            <a:lvl9pPr lvl="8" algn="ctr">
              <a:lnSpc>
                <a:spcPct val="100000"/>
              </a:lnSpc>
              <a:spcBef>
                <a:spcPts val="0"/>
              </a:spcBef>
              <a:spcAft>
                <a:spcPts val="0"/>
              </a:spcAft>
              <a:buSzPts val="1400"/>
              <a:buNone/>
              <a:defRPr/>
            </a:lvl9pPr>
          </a:lstStyle>
          <a:p>
            <a:endParaRPr/>
          </a:p>
        </p:txBody>
      </p:sp>
      <p:sp>
        <p:nvSpPr>
          <p:cNvPr id="54" name="Google Shape;54;p9"/>
          <p:cNvSpPr txBox="1">
            <a:spLocks noGrp="1"/>
          </p:cNvSpPr>
          <p:nvPr>
            <p:ph type="body" idx="1"/>
          </p:nvPr>
        </p:nvSpPr>
        <p:spPr>
          <a:xfrm>
            <a:off x="457200" y="1151335"/>
            <a:ext cx="4040188" cy="479822"/>
          </a:xfrm>
          <a:prstGeom prst="rect">
            <a:avLst/>
          </a:prstGeom>
          <a:noFill/>
          <a:ln>
            <a:noFill/>
          </a:ln>
        </p:spPr>
        <p:txBody>
          <a:bodyPr spcFirstLastPara="1" wrap="square" lIns="91425" tIns="45700" rIns="91425" bIns="45700" anchor="b" anchorCtr="0">
            <a:noAutofit/>
          </a:bodyPr>
          <a:lstStyle>
            <a:lvl1pPr marL="457200" lvl="0" indent="-228600" algn="l">
              <a:lnSpc>
                <a:spcPct val="100000"/>
              </a:lnSpc>
              <a:spcBef>
                <a:spcPts val="480"/>
              </a:spcBef>
              <a:spcAft>
                <a:spcPts val="0"/>
              </a:spcAft>
              <a:buClr>
                <a:schemeClr val="dk1"/>
              </a:buClr>
              <a:buSzPts val="2400"/>
              <a:buNone/>
              <a:defRPr sz="2400" b="1"/>
            </a:lvl1pPr>
            <a:lvl2pPr marL="914400" lvl="1" indent="-228600" algn="l">
              <a:lnSpc>
                <a:spcPct val="100000"/>
              </a:lnSpc>
              <a:spcBef>
                <a:spcPts val="400"/>
              </a:spcBef>
              <a:spcAft>
                <a:spcPts val="0"/>
              </a:spcAft>
              <a:buClr>
                <a:schemeClr val="dk1"/>
              </a:buClr>
              <a:buSzPts val="2000"/>
              <a:buNone/>
              <a:defRPr sz="2000" b="1"/>
            </a:lvl2pPr>
            <a:lvl3pPr marL="1371600" lvl="2" indent="-228600" algn="l">
              <a:lnSpc>
                <a:spcPct val="100000"/>
              </a:lnSpc>
              <a:spcBef>
                <a:spcPts val="360"/>
              </a:spcBef>
              <a:spcAft>
                <a:spcPts val="0"/>
              </a:spcAft>
              <a:buClr>
                <a:schemeClr val="dk1"/>
              </a:buClr>
              <a:buSzPts val="1800"/>
              <a:buNone/>
              <a:defRPr sz="1800" b="1"/>
            </a:lvl3pPr>
            <a:lvl4pPr marL="1828800" lvl="3" indent="-228600" algn="l">
              <a:lnSpc>
                <a:spcPct val="100000"/>
              </a:lnSpc>
              <a:spcBef>
                <a:spcPts val="320"/>
              </a:spcBef>
              <a:spcAft>
                <a:spcPts val="0"/>
              </a:spcAft>
              <a:buClr>
                <a:schemeClr val="dk1"/>
              </a:buClr>
              <a:buSzPts val="1600"/>
              <a:buNone/>
              <a:defRPr sz="1600" b="1"/>
            </a:lvl4pPr>
            <a:lvl5pPr marL="2286000" lvl="4" indent="-228600" algn="l">
              <a:lnSpc>
                <a:spcPct val="100000"/>
              </a:lnSpc>
              <a:spcBef>
                <a:spcPts val="320"/>
              </a:spcBef>
              <a:spcAft>
                <a:spcPts val="0"/>
              </a:spcAft>
              <a:buClr>
                <a:schemeClr val="dk1"/>
              </a:buClr>
              <a:buSzPts val="1600"/>
              <a:buNone/>
              <a:defRPr sz="1600" b="1"/>
            </a:lvl5pPr>
            <a:lvl6pPr marL="2743200" lvl="5" indent="-228600" algn="l">
              <a:lnSpc>
                <a:spcPct val="100000"/>
              </a:lnSpc>
              <a:spcBef>
                <a:spcPts val="320"/>
              </a:spcBef>
              <a:spcAft>
                <a:spcPts val="0"/>
              </a:spcAft>
              <a:buClr>
                <a:schemeClr val="dk1"/>
              </a:buClr>
              <a:buSzPts val="1600"/>
              <a:buNone/>
              <a:defRPr sz="1600" b="1"/>
            </a:lvl6pPr>
            <a:lvl7pPr marL="3200400" lvl="6" indent="-228600" algn="l">
              <a:lnSpc>
                <a:spcPct val="100000"/>
              </a:lnSpc>
              <a:spcBef>
                <a:spcPts val="320"/>
              </a:spcBef>
              <a:spcAft>
                <a:spcPts val="0"/>
              </a:spcAft>
              <a:buClr>
                <a:schemeClr val="dk1"/>
              </a:buClr>
              <a:buSzPts val="1600"/>
              <a:buNone/>
              <a:defRPr sz="1600" b="1"/>
            </a:lvl7pPr>
            <a:lvl8pPr marL="3657600" lvl="7" indent="-228600" algn="l">
              <a:lnSpc>
                <a:spcPct val="100000"/>
              </a:lnSpc>
              <a:spcBef>
                <a:spcPts val="320"/>
              </a:spcBef>
              <a:spcAft>
                <a:spcPts val="0"/>
              </a:spcAft>
              <a:buClr>
                <a:schemeClr val="dk1"/>
              </a:buClr>
              <a:buSzPts val="1600"/>
              <a:buNone/>
              <a:defRPr sz="1600" b="1"/>
            </a:lvl8pPr>
            <a:lvl9pPr marL="4114800" lvl="8" indent="-228600" algn="l">
              <a:lnSpc>
                <a:spcPct val="100000"/>
              </a:lnSpc>
              <a:spcBef>
                <a:spcPts val="320"/>
              </a:spcBef>
              <a:spcAft>
                <a:spcPts val="0"/>
              </a:spcAft>
              <a:buClr>
                <a:schemeClr val="dk1"/>
              </a:buClr>
              <a:buSzPts val="1600"/>
              <a:buNone/>
              <a:defRPr sz="1600" b="1"/>
            </a:lvl9pPr>
          </a:lstStyle>
          <a:p>
            <a:endParaRPr/>
          </a:p>
        </p:txBody>
      </p:sp>
      <p:sp>
        <p:nvSpPr>
          <p:cNvPr id="55" name="Google Shape;55;p9"/>
          <p:cNvSpPr txBox="1">
            <a:spLocks noGrp="1"/>
          </p:cNvSpPr>
          <p:nvPr>
            <p:ph type="body" idx="2"/>
          </p:nvPr>
        </p:nvSpPr>
        <p:spPr>
          <a:xfrm>
            <a:off x="457200" y="1631156"/>
            <a:ext cx="4040188" cy="2963466"/>
          </a:xfrm>
          <a:prstGeom prst="rect">
            <a:avLst/>
          </a:prstGeom>
          <a:noFill/>
          <a:ln>
            <a:noFill/>
          </a:ln>
        </p:spPr>
        <p:txBody>
          <a:bodyPr spcFirstLastPara="1" wrap="square" lIns="91425" tIns="45700" rIns="91425" bIns="45700" anchor="t" anchorCtr="0">
            <a:noAutofit/>
          </a:bodyPr>
          <a:lstStyle>
            <a:lvl1pPr marL="457200" lvl="0" indent="-381000" algn="l">
              <a:lnSpc>
                <a:spcPct val="100000"/>
              </a:lnSpc>
              <a:spcBef>
                <a:spcPts val="480"/>
              </a:spcBef>
              <a:spcAft>
                <a:spcPts val="0"/>
              </a:spcAft>
              <a:buClr>
                <a:schemeClr val="dk1"/>
              </a:buClr>
              <a:buSzPts val="2400"/>
              <a:buChar char="•"/>
              <a:defRPr sz="2400"/>
            </a:lvl1pPr>
            <a:lvl2pPr marL="914400" lvl="1" indent="-355600" algn="l">
              <a:lnSpc>
                <a:spcPct val="100000"/>
              </a:lnSpc>
              <a:spcBef>
                <a:spcPts val="400"/>
              </a:spcBef>
              <a:spcAft>
                <a:spcPts val="0"/>
              </a:spcAft>
              <a:buClr>
                <a:schemeClr val="dk1"/>
              </a:buClr>
              <a:buSzPts val="2000"/>
              <a:buChar char="–"/>
              <a:defRPr sz="2000"/>
            </a:lvl2pPr>
            <a:lvl3pPr marL="1371600" lvl="2" indent="-342900" algn="l">
              <a:lnSpc>
                <a:spcPct val="100000"/>
              </a:lnSpc>
              <a:spcBef>
                <a:spcPts val="360"/>
              </a:spcBef>
              <a:spcAft>
                <a:spcPts val="0"/>
              </a:spcAft>
              <a:buClr>
                <a:schemeClr val="dk1"/>
              </a:buClr>
              <a:buSzPts val="1800"/>
              <a:buChar char="•"/>
              <a:defRPr sz="1800"/>
            </a:lvl3pPr>
            <a:lvl4pPr marL="1828800" lvl="3" indent="-330200" algn="l">
              <a:lnSpc>
                <a:spcPct val="100000"/>
              </a:lnSpc>
              <a:spcBef>
                <a:spcPts val="320"/>
              </a:spcBef>
              <a:spcAft>
                <a:spcPts val="0"/>
              </a:spcAft>
              <a:buClr>
                <a:schemeClr val="dk1"/>
              </a:buClr>
              <a:buSzPts val="1600"/>
              <a:buChar char="–"/>
              <a:defRPr sz="1600"/>
            </a:lvl4pPr>
            <a:lvl5pPr marL="2286000" lvl="4" indent="-330200" algn="l">
              <a:lnSpc>
                <a:spcPct val="100000"/>
              </a:lnSpc>
              <a:spcBef>
                <a:spcPts val="320"/>
              </a:spcBef>
              <a:spcAft>
                <a:spcPts val="0"/>
              </a:spcAft>
              <a:buClr>
                <a:schemeClr val="dk1"/>
              </a:buClr>
              <a:buSzPts val="1600"/>
              <a:buChar char="»"/>
              <a:defRPr sz="1600"/>
            </a:lvl5pPr>
            <a:lvl6pPr marL="2743200" lvl="5" indent="-330200" algn="l">
              <a:lnSpc>
                <a:spcPct val="100000"/>
              </a:lnSpc>
              <a:spcBef>
                <a:spcPts val="320"/>
              </a:spcBef>
              <a:spcAft>
                <a:spcPts val="0"/>
              </a:spcAft>
              <a:buClr>
                <a:schemeClr val="dk1"/>
              </a:buClr>
              <a:buSzPts val="1600"/>
              <a:buChar char="•"/>
              <a:defRPr sz="1600"/>
            </a:lvl6pPr>
            <a:lvl7pPr marL="3200400" lvl="6" indent="-330200" algn="l">
              <a:lnSpc>
                <a:spcPct val="100000"/>
              </a:lnSpc>
              <a:spcBef>
                <a:spcPts val="320"/>
              </a:spcBef>
              <a:spcAft>
                <a:spcPts val="0"/>
              </a:spcAft>
              <a:buClr>
                <a:schemeClr val="dk1"/>
              </a:buClr>
              <a:buSzPts val="1600"/>
              <a:buChar char="•"/>
              <a:defRPr sz="1600"/>
            </a:lvl7pPr>
            <a:lvl8pPr marL="3657600" lvl="7" indent="-330200" algn="l">
              <a:lnSpc>
                <a:spcPct val="100000"/>
              </a:lnSpc>
              <a:spcBef>
                <a:spcPts val="320"/>
              </a:spcBef>
              <a:spcAft>
                <a:spcPts val="0"/>
              </a:spcAft>
              <a:buClr>
                <a:schemeClr val="dk1"/>
              </a:buClr>
              <a:buSzPts val="1600"/>
              <a:buChar char="•"/>
              <a:defRPr sz="1600"/>
            </a:lvl8pPr>
            <a:lvl9pPr marL="4114800" lvl="8" indent="-330200" algn="l">
              <a:lnSpc>
                <a:spcPct val="100000"/>
              </a:lnSpc>
              <a:spcBef>
                <a:spcPts val="320"/>
              </a:spcBef>
              <a:spcAft>
                <a:spcPts val="0"/>
              </a:spcAft>
              <a:buClr>
                <a:schemeClr val="dk1"/>
              </a:buClr>
              <a:buSzPts val="1600"/>
              <a:buChar char="•"/>
              <a:defRPr sz="1600"/>
            </a:lvl9pPr>
          </a:lstStyle>
          <a:p>
            <a:endParaRPr/>
          </a:p>
        </p:txBody>
      </p:sp>
      <p:sp>
        <p:nvSpPr>
          <p:cNvPr id="56" name="Google Shape;56;p9"/>
          <p:cNvSpPr txBox="1">
            <a:spLocks noGrp="1"/>
          </p:cNvSpPr>
          <p:nvPr>
            <p:ph type="body" idx="3"/>
          </p:nvPr>
        </p:nvSpPr>
        <p:spPr>
          <a:xfrm>
            <a:off x="4645025" y="1151335"/>
            <a:ext cx="4041775" cy="479822"/>
          </a:xfrm>
          <a:prstGeom prst="rect">
            <a:avLst/>
          </a:prstGeom>
          <a:noFill/>
          <a:ln>
            <a:noFill/>
          </a:ln>
        </p:spPr>
        <p:txBody>
          <a:bodyPr spcFirstLastPara="1" wrap="square" lIns="91425" tIns="45700" rIns="91425" bIns="45700" anchor="b" anchorCtr="0">
            <a:noAutofit/>
          </a:bodyPr>
          <a:lstStyle>
            <a:lvl1pPr marL="457200" lvl="0" indent="-228600" algn="l">
              <a:lnSpc>
                <a:spcPct val="100000"/>
              </a:lnSpc>
              <a:spcBef>
                <a:spcPts val="480"/>
              </a:spcBef>
              <a:spcAft>
                <a:spcPts val="0"/>
              </a:spcAft>
              <a:buClr>
                <a:schemeClr val="dk1"/>
              </a:buClr>
              <a:buSzPts val="2400"/>
              <a:buNone/>
              <a:defRPr sz="2400" b="1"/>
            </a:lvl1pPr>
            <a:lvl2pPr marL="914400" lvl="1" indent="-228600" algn="l">
              <a:lnSpc>
                <a:spcPct val="100000"/>
              </a:lnSpc>
              <a:spcBef>
                <a:spcPts val="400"/>
              </a:spcBef>
              <a:spcAft>
                <a:spcPts val="0"/>
              </a:spcAft>
              <a:buClr>
                <a:schemeClr val="dk1"/>
              </a:buClr>
              <a:buSzPts val="2000"/>
              <a:buNone/>
              <a:defRPr sz="2000" b="1"/>
            </a:lvl2pPr>
            <a:lvl3pPr marL="1371600" lvl="2" indent="-228600" algn="l">
              <a:lnSpc>
                <a:spcPct val="100000"/>
              </a:lnSpc>
              <a:spcBef>
                <a:spcPts val="360"/>
              </a:spcBef>
              <a:spcAft>
                <a:spcPts val="0"/>
              </a:spcAft>
              <a:buClr>
                <a:schemeClr val="dk1"/>
              </a:buClr>
              <a:buSzPts val="1800"/>
              <a:buNone/>
              <a:defRPr sz="1800" b="1"/>
            </a:lvl3pPr>
            <a:lvl4pPr marL="1828800" lvl="3" indent="-228600" algn="l">
              <a:lnSpc>
                <a:spcPct val="100000"/>
              </a:lnSpc>
              <a:spcBef>
                <a:spcPts val="320"/>
              </a:spcBef>
              <a:spcAft>
                <a:spcPts val="0"/>
              </a:spcAft>
              <a:buClr>
                <a:schemeClr val="dk1"/>
              </a:buClr>
              <a:buSzPts val="1600"/>
              <a:buNone/>
              <a:defRPr sz="1600" b="1"/>
            </a:lvl4pPr>
            <a:lvl5pPr marL="2286000" lvl="4" indent="-228600" algn="l">
              <a:lnSpc>
                <a:spcPct val="100000"/>
              </a:lnSpc>
              <a:spcBef>
                <a:spcPts val="320"/>
              </a:spcBef>
              <a:spcAft>
                <a:spcPts val="0"/>
              </a:spcAft>
              <a:buClr>
                <a:schemeClr val="dk1"/>
              </a:buClr>
              <a:buSzPts val="1600"/>
              <a:buNone/>
              <a:defRPr sz="1600" b="1"/>
            </a:lvl5pPr>
            <a:lvl6pPr marL="2743200" lvl="5" indent="-228600" algn="l">
              <a:lnSpc>
                <a:spcPct val="100000"/>
              </a:lnSpc>
              <a:spcBef>
                <a:spcPts val="320"/>
              </a:spcBef>
              <a:spcAft>
                <a:spcPts val="0"/>
              </a:spcAft>
              <a:buClr>
                <a:schemeClr val="dk1"/>
              </a:buClr>
              <a:buSzPts val="1600"/>
              <a:buNone/>
              <a:defRPr sz="1600" b="1"/>
            </a:lvl6pPr>
            <a:lvl7pPr marL="3200400" lvl="6" indent="-228600" algn="l">
              <a:lnSpc>
                <a:spcPct val="100000"/>
              </a:lnSpc>
              <a:spcBef>
                <a:spcPts val="320"/>
              </a:spcBef>
              <a:spcAft>
                <a:spcPts val="0"/>
              </a:spcAft>
              <a:buClr>
                <a:schemeClr val="dk1"/>
              </a:buClr>
              <a:buSzPts val="1600"/>
              <a:buNone/>
              <a:defRPr sz="1600" b="1"/>
            </a:lvl7pPr>
            <a:lvl8pPr marL="3657600" lvl="7" indent="-228600" algn="l">
              <a:lnSpc>
                <a:spcPct val="100000"/>
              </a:lnSpc>
              <a:spcBef>
                <a:spcPts val="320"/>
              </a:spcBef>
              <a:spcAft>
                <a:spcPts val="0"/>
              </a:spcAft>
              <a:buClr>
                <a:schemeClr val="dk1"/>
              </a:buClr>
              <a:buSzPts val="1600"/>
              <a:buNone/>
              <a:defRPr sz="1600" b="1"/>
            </a:lvl8pPr>
            <a:lvl9pPr marL="4114800" lvl="8" indent="-228600" algn="l">
              <a:lnSpc>
                <a:spcPct val="100000"/>
              </a:lnSpc>
              <a:spcBef>
                <a:spcPts val="320"/>
              </a:spcBef>
              <a:spcAft>
                <a:spcPts val="0"/>
              </a:spcAft>
              <a:buClr>
                <a:schemeClr val="dk1"/>
              </a:buClr>
              <a:buSzPts val="1600"/>
              <a:buNone/>
              <a:defRPr sz="1600" b="1"/>
            </a:lvl9pPr>
          </a:lstStyle>
          <a:p>
            <a:endParaRPr/>
          </a:p>
        </p:txBody>
      </p:sp>
      <p:sp>
        <p:nvSpPr>
          <p:cNvPr id="57" name="Google Shape;57;p9"/>
          <p:cNvSpPr txBox="1">
            <a:spLocks noGrp="1"/>
          </p:cNvSpPr>
          <p:nvPr>
            <p:ph type="body" idx="4"/>
          </p:nvPr>
        </p:nvSpPr>
        <p:spPr>
          <a:xfrm>
            <a:off x="4645025" y="1631156"/>
            <a:ext cx="4041775" cy="2963466"/>
          </a:xfrm>
          <a:prstGeom prst="rect">
            <a:avLst/>
          </a:prstGeom>
          <a:noFill/>
          <a:ln>
            <a:noFill/>
          </a:ln>
        </p:spPr>
        <p:txBody>
          <a:bodyPr spcFirstLastPara="1" wrap="square" lIns="91425" tIns="45700" rIns="91425" bIns="45700" anchor="t" anchorCtr="0">
            <a:noAutofit/>
          </a:bodyPr>
          <a:lstStyle>
            <a:lvl1pPr marL="457200" lvl="0" indent="-381000" algn="l">
              <a:lnSpc>
                <a:spcPct val="100000"/>
              </a:lnSpc>
              <a:spcBef>
                <a:spcPts val="480"/>
              </a:spcBef>
              <a:spcAft>
                <a:spcPts val="0"/>
              </a:spcAft>
              <a:buClr>
                <a:schemeClr val="dk1"/>
              </a:buClr>
              <a:buSzPts val="2400"/>
              <a:buChar char="•"/>
              <a:defRPr sz="2400"/>
            </a:lvl1pPr>
            <a:lvl2pPr marL="914400" lvl="1" indent="-355600" algn="l">
              <a:lnSpc>
                <a:spcPct val="100000"/>
              </a:lnSpc>
              <a:spcBef>
                <a:spcPts val="400"/>
              </a:spcBef>
              <a:spcAft>
                <a:spcPts val="0"/>
              </a:spcAft>
              <a:buClr>
                <a:schemeClr val="dk1"/>
              </a:buClr>
              <a:buSzPts val="2000"/>
              <a:buChar char="–"/>
              <a:defRPr sz="2000"/>
            </a:lvl2pPr>
            <a:lvl3pPr marL="1371600" lvl="2" indent="-342900" algn="l">
              <a:lnSpc>
                <a:spcPct val="100000"/>
              </a:lnSpc>
              <a:spcBef>
                <a:spcPts val="360"/>
              </a:spcBef>
              <a:spcAft>
                <a:spcPts val="0"/>
              </a:spcAft>
              <a:buClr>
                <a:schemeClr val="dk1"/>
              </a:buClr>
              <a:buSzPts val="1800"/>
              <a:buChar char="•"/>
              <a:defRPr sz="1800"/>
            </a:lvl3pPr>
            <a:lvl4pPr marL="1828800" lvl="3" indent="-330200" algn="l">
              <a:lnSpc>
                <a:spcPct val="100000"/>
              </a:lnSpc>
              <a:spcBef>
                <a:spcPts val="320"/>
              </a:spcBef>
              <a:spcAft>
                <a:spcPts val="0"/>
              </a:spcAft>
              <a:buClr>
                <a:schemeClr val="dk1"/>
              </a:buClr>
              <a:buSzPts val="1600"/>
              <a:buChar char="–"/>
              <a:defRPr sz="1600"/>
            </a:lvl4pPr>
            <a:lvl5pPr marL="2286000" lvl="4" indent="-330200" algn="l">
              <a:lnSpc>
                <a:spcPct val="100000"/>
              </a:lnSpc>
              <a:spcBef>
                <a:spcPts val="320"/>
              </a:spcBef>
              <a:spcAft>
                <a:spcPts val="0"/>
              </a:spcAft>
              <a:buClr>
                <a:schemeClr val="dk1"/>
              </a:buClr>
              <a:buSzPts val="1600"/>
              <a:buChar char="»"/>
              <a:defRPr sz="1600"/>
            </a:lvl5pPr>
            <a:lvl6pPr marL="2743200" lvl="5" indent="-330200" algn="l">
              <a:lnSpc>
                <a:spcPct val="100000"/>
              </a:lnSpc>
              <a:spcBef>
                <a:spcPts val="320"/>
              </a:spcBef>
              <a:spcAft>
                <a:spcPts val="0"/>
              </a:spcAft>
              <a:buClr>
                <a:schemeClr val="dk1"/>
              </a:buClr>
              <a:buSzPts val="1600"/>
              <a:buChar char="•"/>
              <a:defRPr sz="1600"/>
            </a:lvl6pPr>
            <a:lvl7pPr marL="3200400" lvl="6" indent="-330200" algn="l">
              <a:lnSpc>
                <a:spcPct val="100000"/>
              </a:lnSpc>
              <a:spcBef>
                <a:spcPts val="320"/>
              </a:spcBef>
              <a:spcAft>
                <a:spcPts val="0"/>
              </a:spcAft>
              <a:buClr>
                <a:schemeClr val="dk1"/>
              </a:buClr>
              <a:buSzPts val="1600"/>
              <a:buChar char="•"/>
              <a:defRPr sz="1600"/>
            </a:lvl7pPr>
            <a:lvl8pPr marL="3657600" lvl="7" indent="-330200" algn="l">
              <a:lnSpc>
                <a:spcPct val="100000"/>
              </a:lnSpc>
              <a:spcBef>
                <a:spcPts val="320"/>
              </a:spcBef>
              <a:spcAft>
                <a:spcPts val="0"/>
              </a:spcAft>
              <a:buClr>
                <a:schemeClr val="dk1"/>
              </a:buClr>
              <a:buSzPts val="1600"/>
              <a:buChar char="•"/>
              <a:defRPr sz="1600"/>
            </a:lvl8pPr>
            <a:lvl9pPr marL="4114800" lvl="8" indent="-330200" algn="l">
              <a:lnSpc>
                <a:spcPct val="100000"/>
              </a:lnSpc>
              <a:spcBef>
                <a:spcPts val="320"/>
              </a:spcBef>
              <a:spcAft>
                <a:spcPts val="0"/>
              </a:spcAft>
              <a:buClr>
                <a:schemeClr val="dk1"/>
              </a:buClr>
              <a:buSzPts val="1600"/>
              <a:buChar char="•"/>
              <a:defRPr sz="1600"/>
            </a:lvl9pPr>
          </a:lstStyle>
          <a:p>
            <a:endParaRPr/>
          </a:p>
        </p:txBody>
      </p:sp>
      <p:sp>
        <p:nvSpPr>
          <p:cNvPr id="58" name="Google Shape;58;p9"/>
          <p:cNvSpPr txBox="1">
            <a:spLocks noGrp="1"/>
          </p:cNvSpPr>
          <p:nvPr>
            <p:ph type="dt" idx="10"/>
          </p:nvPr>
        </p:nvSpPr>
        <p:spPr>
          <a:xfrm>
            <a:off x="457200" y="4767263"/>
            <a:ext cx="2133600" cy="273844"/>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sz="1200">
                <a:solidFill>
                  <a:srgbClr val="898989"/>
                </a:solidFill>
                <a:latin typeface="Calibri"/>
                <a:ea typeface="Calibri"/>
                <a:cs typeface="Calibri"/>
                <a:sym typeface="Calibri"/>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9" name="Google Shape;59;p9"/>
          <p:cNvSpPr txBox="1">
            <a:spLocks noGrp="1"/>
          </p:cNvSpPr>
          <p:nvPr>
            <p:ph type="ftr" idx="11"/>
          </p:nvPr>
        </p:nvSpPr>
        <p:spPr>
          <a:xfrm>
            <a:off x="3124200" y="4767263"/>
            <a:ext cx="2895600" cy="273844"/>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sz="1200">
                <a:solidFill>
                  <a:srgbClr val="898989"/>
                </a:solidFill>
                <a:latin typeface="Calibri"/>
                <a:ea typeface="Calibri"/>
                <a:cs typeface="Calibri"/>
                <a:sym typeface="Calibri"/>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0" name="Google Shape;60;p9"/>
          <p:cNvSpPr txBox="1">
            <a:spLocks noGrp="1"/>
          </p:cNvSpPr>
          <p:nvPr>
            <p:ph type="sldNum" idx="12"/>
          </p:nvPr>
        </p:nvSpPr>
        <p:spPr>
          <a:xfrm>
            <a:off x="6553200" y="4767263"/>
            <a:ext cx="2133600" cy="273844"/>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1pPr>
            <a:lvl2pPr marL="0" marR="0" lvl="1"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2pPr>
            <a:lvl3pPr marL="0" marR="0" lvl="2"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3pPr>
            <a:lvl4pPr marL="0" marR="0" lvl="3"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4pPr>
            <a:lvl5pPr marL="0" marR="0" lvl="4"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5pPr>
            <a:lvl6pPr marL="0" marR="0" lvl="5"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6pPr>
            <a:lvl7pPr marL="0" marR="0" lvl="6"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7pPr>
            <a:lvl8pPr marL="0" marR="0" lvl="7"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8pPr>
            <a:lvl9pPr marL="0" marR="0" lvl="8"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61"/>
        <p:cNvGrpSpPr/>
        <p:nvPr/>
      </p:nvGrpSpPr>
      <p:grpSpPr>
        <a:xfrm>
          <a:off x="0" y="0"/>
          <a:ext cx="0" cy="0"/>
          <a:chOff x="0" y="0"/>
          <a:chExt cx="0" cy="0"/>
        </a:xfrm>
      </p:grpSpPr>
      <p:sp>
        <p:nvSpPr>
          <p:cNvPr id="62" name="Google Shape;62;p10"/>
          <p:cNvSpPr txBox="1">
            <a:spLocks noGrp="1"/>
          </p:cNvSpPr>
          <p:nvPr>
            <p:ph type="title"/>
          </p:nvPr>
        </p:nvSpPr>
        <p:spPr>
          <a:xfrm>
            <a:off x="457200" y="205978"/>
            <a:ext cx="8229600" cy="85725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ctr">
              <a:lnSpc>
                <a:spcPct val="100000"/>
              </a:lnSpc>
              <a:spcBef>
                <a:spcPts val="0"/>
              </a:spcBef>
              <a:spcAft>
                <a:spcPts val="0"/>
              </a:spcAft>
              <a:buSzPts val="1400"/>
              <a:buNone/>
              <a:defRPr/>
            </a:lvl2pPr>
            <a:lvl3pPr lvl="2" algn="ctr">
              <a:lnSpc>
                <a:spcPct val="100000"/>
              </a:lnSpc>
              <a:spcBef>
                <a:spcPts val="0"/>
              </a:spcBef>
              <a:spcAft>
                <a:spcPts val="0"/>
              </a:spcAft>
              <a:buSzPts val="1400"/>
              <a:buNone/>
              <a:defRPr/>
            </a:lvl3pPr>
            <a:lvl4pPr lvl="3" algn="ctr">
              <a:lnSpc>
                <a:spcPct val="100000"/>
              </a:lnSpc>
              <a:spcBef>
                <a:spcPts val="0"/>
              </a:spcBef>
              <a:spcAft>
                <a:spcPts val="0"/>
              </a:spcAft>
              <a:buSzPts val="1400"/>
              <a:buNone/>
              <a:defRPr/>
            </a:lvl4pPr>
            <a:lvl5pPr lvl="4" algn="ctr">
              <a:lnSpc>
                <a:spcPct val="100000"/>
              </a:lnSpc>
              <a:spcBef>
                <a:spcPts val="0"/>
              </a:spcBef>
              <a:spcAft>
                <a:spcPts val="0"/>
              </a:spcAft>
              <a:buSzPts val="1400"/>
              <a:buNone/>
              <a:defRPr/>
            </a:lvl5pPr>
            <a:lvl6pPr lvl="5" algn="ctr">
              <a:lnSpc>
                <a:spcPct val="100000"/>
              </a:lnSpc>
              <a:spcBef>
                <a:spcPts val="0"/>
              </a:spcBef>
              <a:spcAft>
                <a:spcPts val="0"/>
              </a:spcAft>
              <a:buSzPts val="1400"/>
              <a:buNone/>
              <a:defRPr/>
            </a:lvl6pPr>
            <a:lvl7pPr lvl="6" algn="ctr">
              <a:lnSpc>
                <a:spcPct val="100000"/>
              </a:lnSpc>
              <a:spcBef>
                <a:spcPts val="0"/>
              </a:spcBef>
              <a:spcAft>
                <a:spcPts val="0"/>
              </a:spcAft>
              <a:buSzPts val="1400"/>
              <a:buNone/>
              <a:defRPr/>
            </a:lvl7pPr>
            <a:lvl8pPr lvl="7" algn="ctr">
              <a:lnSpc>
                <a:spcPct val="100000"/>
              </a:lnSpc>
              <a:spcBef>
                <a:spcPts val="0"/>
              </a:spcBef>
              <a:spcAft>
                <a:spcPts val="0"/>
              </a:spcAft>
              <a:buSzPts val="1400"/>
              <a:buNone/>
              <a:defRPr/>
            </a:lvl8pPr>
            <a:lvl9pPr lvl="8" algn="ctr">
              <a:lnSpc>
                <a:spcPct val="100000"/>
              </a:lnSpc>
              <a:spcBef>
                <a:spcPts val="0"/>
              </a:spcBef>
              <a:spcAft>
                <a:spcPts val="0"/>
              </a:spcAft>
              <a:buSzPts val="1400"/>
              <a:buNone/>
              <a:defRPr/>
            </a:lvl9pPr>
          </a:lstStyle>
          <a:p>
            <a:endParaRPr/>
          </a:p>
        </p:txBody>
      </p:sp>
      <p:sp>
        <p:nvSpPr>
          <p:cNvPr id="63" name="Google Shape;63;p10"/>
          <p:cNvSpPr txBox="1">
            <a:spLocks noGrp="1"/>
          </p:cNvSpPr>
          <p:nvPr>
            <p:ph type="body" idx="1"/>
          </p:nvPr>
        </p:nvSpPr>
        <p:spPr>
          <a:xfrm>
            <a:off x="457200" y="1200150"/>
            <a:ext cx="4038600" cy="3394472"/>
          </a:xfrm>
          <a:prstGeom prst="rect">
            <a:avLst/>
          </a:prstGeom>
          <a:noFill/>
          <a:ln>
            <a:noFill/>
          </a:ln>
        </p:spPr>
        <p:txBody>
          <a:bodyPr spcFirstLastPara="1" wrap="square" lIns="91425" tIns="45700" rIns="91425" bIns="45700" anchor="t" anchorCtr="0">
            <a:noAutofit/>
          </a:bodyPr>
          <a:lstStyle>
            <a:lvl1pPr marL="457200" lvl="0" indent="-406400" algn="l">
              <a:lnSpc>
                <a:spcPct val="100000"/>
              </a:lnSpc>
              <a:spcBef>
                <a:spcPts val="560"/>
              </a:spcBef>
              <a:spcAft>
                <a:spcPts val="0"/>
              </a:spcAft>
              <a:buClr>
                <a:schemeClr val="dk1"/>
              </a:buClr>
              <a:buSzPts val="2800"/>
              <a:buChar char="•"/>
              <a:defRPr sz="2800"/>
            </a:lvl1pPr>
            <a:lvl2pPr marL="914400" lvl="1" indent="-381000" algn="l">
              <a:lnSpc>
                <a:spcPct val="100000"/>
              </a:lnSpc>
              <a:spcBef>
                <a:spcPts val="480"/>
              </a:spcBef>
              <a:spcAft>
                <a:spcPts val="0"/>
              </a:spcAft>
              <a:buClr>
                <a:schemeClr val="dk1"/>
              </a:buClr>
              <a:buSzPts val="2400"/>
              <a:buChar char="–"/>
              <a:defRPr sz="2400"/>
            </a:lvl2pPr>
            <a:lvl3pPr marL="1371600" lvl="2" indent="-355600" algn="l">
              <a:lnSpc>
                <a:spcPct val="100000"/>
              </a:lnSpc>
              <a:spcBef>
                <a:spcPts val="400"/>
              </a:spcBef>
              <a:spcAft>
                <a:spcPts val="0"/>
              </a:spcAft>
              <a:buClr>
                <a:schemeClr val="dk1"/>
              </a:buClr>
              <a:buSzPts val="2000"/>
              <a:buChar char="•"/>
              <a:defRPr sz="2000"/>
            </a:lvl3pPr>
            <a:lvl4pPr marL="1828800" lvl="3" indent="-342900" algn="l">
              <a:lnSpc>
                <a:spcPct val="100000"/>
              </a:lnSpc>
              <a:spcBef>
                <a:spcPts val="360"/>
              </a:spcBef>
              <a:spcAft>
                <a:spcPts val="0"/>
              </a:spcAft>
              <a:buClr>
                <a:schemeClr val="dk1"/>
              </a:buClr>
              <a:buSzPts val="1800"/>
              <a:buChar char="–"/>
              <a:defRPr sz="1800"/>
            </a:lvl4pPr>
            <a:lvl5pPr marL="2286000" lvl="4" indent="-342900" algn="l">
              <a:lnSpc>
                <a:spcPct val="100000"/>
              </a:lnSpc>
              <a:spcBef>
                <a:spcPts val="360"/>
              </a:spcBef>
              <a:spcAft>
                <a:spcPts val="0"/>
              </a:spcAft>
              <a:buClr>
                <a:schemeClr val="dk1"/>
              </a:buClr>
              <a:buSzPts val="1800"/>
              <a:buChar char="»"/>
              <a:defRPr sz="1800"/>
            </a:lvl5pPr>
            <a:lvl6pPr marL="2743200" lvl="5" indent="-342900" algn="l">
              <a:lnSpc>
                <a:spcPct val="100000"/>
              </a:lnSpc>
              <a:spcBef>
                <a:spcPts val="360"/>
              </a:spcBef>
              <a:spcAft>
                <a:spcPts val="0"/>
              </a:spcAft>
              <a:buClr>
                <a:schemeClr val="dk1"/>
              </a:buClr>
              <a:buSzPts val="1800"/>
              <a:buChar char="•"/>
              <a:defRPr sz="1800"/>
            </a:lvl6pPr>
            <a:lvl7pPr marL="3200400" lvl="6" indent="-342900" algn="l">
              <a:lnSpc>
                <a:spcPct val="100000"/>
              </a:lnSpc>
              <a:spcBef>
                <a:spcPts val="360"/>
              </a:spcBef>
              <a:spcAft>
                <a:spcPts val="0"/>
              </a:spcAft>
              <a:buClr>
                <a:schemeClr val="dk1"/>
              </a:buClr>
              <a:buSzPts val="1800"/>
              <a:buChar char="•"/>
              <a:defRPr sz="1800"/>
            </a:lvl7pPr>
            <a:lvl8pPr marL="3657600" lvl="7" indent="-342900" algn="l">
              <a:lnSpc>
                <a:spcPct val="100000"/>
              </a:lnSpc>
              <a:spcBef>
                <a:spcPts val="360"/>
              </a:spcBef>
              <a:spcAft>
                <a:spcPts val="0"/>
              </a:spcAft>
              <a:buClr>
                <a:schemeClr val="dk1"/>
              </a:buClr>
              <a:buSzPts val="1800"/>
              <a:buChar char="•"/>
              <a:defRPr sz="1800"/>
            </a:lvl8pPr>
            <a:lvl9pPr marL="4114800" lvl="8" indent="-342900" algn="l">
              <a:lnSpc>
                <a:spcPct val="100000"/>
              </a:lnSpc>
              <a:spcBef>
                <a:spcPts val="360"/>
              </a:spcBef>
              <a:spcAft>
                <a:spcPts val="0"/>
              </a:spcAft>
              <a:buClr>
                <a:schemeClr val="dk1"/>
              </a:buClr>
              <a:buSzPts val="1800"/>
              <a:buChar char="•"/>
              <a:defRPr sz="1800"/>
            </a:lvl9pPr>
          </a:lstStyle>
          <a:p>
            <a:endParaRPr/>
          </a:p>
        </p:txBody>
      </p:sp>
      <p:sp>
        <p:nvSpPr>
          <p:cNvPr id="64" name="Google Shape;64;p10"/>
          <p:cNvSpPr txBox="1">
            <a:spLocks noGrp="1"/>
          </p:cNvSpPr>
          <p:nvPr>
            <p:ph type="body" idx="2"/>
          </p:nvPr>
        </p:nvSpPr>
        <p:spPr>
          <a:xfrm>
            <a:off x="4648200" y="1200150"/>
            <a:ext cx="4038600" cy="3394472"/>
          </a:xfrm>
          <a:prstGeom prst="rect">
            <a:avLst/>
          </a:prstGeom>
          <a:noFill/>
          <a:ln>
            <a:noFill/>
          </a:ln>
        </p:spPr>
        <p:txBody>
          <a:bodyPr spcFirstLastPara="1" wrap="square" lIns="91425" tIns="45700" rIns="91425" bIns="45700" anchor="t" anchorCtr="0">
            <a:noAutofit/>
          </a:bodyPr>
          <a:lstStyle>
            <a:lvl1pPr marL="457200" lvl="0" indent="-406400" algn="l">
              <a:lnSpc>
                <a:spcPct val="100000"/>
              </a:lnSpc>
              <a:spcBef>
                <a:spcPts val="560"/>
              </a:spcBef>
              <a:spcAft>
                <a:spcPts val="0"/>
              </a:spcAft>
              <a:buClr>
                <a:schemeClr val="dk1"/>
              </a:buClr>
              <a:buSzPts val="2800"/>
              <a:buChar char="•"/>
              <a:defRPr sz="2800"/>
            </a:lvl1pPr>
            <a:lvl2pPr marL="914400" lvl="1" indent="-381000" algn="l">
              <a:lnSpc>
                <a:spcPct val="100000"/>
              </a:lnSpc>
              <a:spcBef>
                <a:spcPts val="480"/>
              </a:spcBef>
              <a:spcAft>
                <a:spcPts val="0"/>
              </a:spcAft>
              <a:buClr>
                <a:schemeClr val="dk1"/>
              </a:buClr>
              <a:buSzPts val="2400"/>
              <a:buChar char="–"/>
              <a:defRPr sz="2400"/>
            </a:lvl2pPr>
            <a:lvl3pPr marL="1371600" lvl="2" indent="-355600" algn="l">
              <a:lnSpc>
                <a:spcPct val="100000"/>
              </a:lnSpc>
              <a:spcBef>
                <a:spcPts val="400"/>
              </a:spcBef>
              <a:spcAft>
                <a:spcPts val="0"/>
              </a:spcAft>
              <a:buClr>
                <a:schemeClr val="dk1"/>
              </a:buClr>
              <a:buSzPts val="2000"/>
              <a:buChar char="•"/>
              <a:defRPr sz="2000"/>
            </a:lvl3pPr>
            <a:lvl4pPr marL="1828800" lvl="3" indent="-342900" algn="l">
              <a:lnSpc>
                <a:spcPct val="100000"/>
              </a:lnSpc>
              <a:spcBef>
                <a:spcPts val="360"/>
              </a:spcBef>
              <a:spcAft>
                <a:spcPts val="0"/>
              </a:spcAft>
              <a:buClr>
                <a:schemeClr val="dk1"/>
              </a:buClr>
              <a:buSzPts val="1800"/>
              <a:buChar char="–"/>
              <a:defRPr sz="1800"/>
            </a:lvl4pPr>
            <a:lvl5pPr marL="2286000" lvl="4" indent="-342900" algn="l">
              <a:lnSpc>
                <a:spcPct val="100000"/>
              </a:lnSpc>
              <a:spcBef>
                <a:spcPts val="360"/>
              </a:spcBef>
              <a:spcAft>
                <a:spcPts val="0"/>
              </a:spcAft>
              <a:buClr>
                <a:schemeClr val="dk1"/>
              </a:buClr>
              <a:buSzPts val="1800"/>
              <a:buChar char="»"/>
              <a:defRPr sz="1800"/>
            </a:lvl5pPr>
            <a:lvl6pPr marL="2743200" lvl="5" indent="-342900" algn="l">
              <a:lnSpc>
                <a:spcPct val="100000"/>
              </a:lnSpc>
              <a:spcBef>
                <a:spcPts val="360"/>
              </a:spcBef>
              <a:spcAft>
                <a:spcPts val="0"/>
              </a:spcAft>
              <a:buClr>
                <a:schemeClr val="dk1"/>
              </a:buClr>
              <a:buSzPts val="1800"/>
              <a:buChar char="•"/>
              <a:defRPr sz="1800"/>
            </a:lvl6pPr>
            <a:lvl7pPr marL="3200400" lvl="6" indent="-342900" algn="l">
              <a:lnSpc>
                <a:spcPct val="100000"/>
              </a:lnSpc>
              <a:spcBef>
                <a:spcPts val="360"/>
              </a:spcBef>
              <a:spcAft>
                <a:spcPts val="0"/>
              </a:spcAft>
              <a:buClr>
                <a:schemeClr val="dk1"/>
              </a:buClr>
              <a:buSzPts val="1800"/>
              <a:buChar char="•"/>
              <a:defRPr sz="1800"/>
            </a:lvl7pPr>
            <a:lvl8pPr marL="3657600" lvl="7" indent="-342900" algn="l">
              <a:lnSpc>
                <a:spcPct val="100000"/>
              </a:lnSpc>
              <a:spcBef>
                <a:spcPts val="360"/>
              </a:spcBef>
              <a:spcAft>
                <a:spcPts val="0"/>
              </a:spcAft>
              <a:buClr>
                <a:schemeClr val="dk1"/>
              </a:buClr>
              <a:buSzPts val="1800"/>
              <a:buChar char="•"/>
              <a:defRPr sz="1800"/>
            </a:lvl8pPr>
            <a:lvl9pPr marL="4114800" lvl="8" indent="-342900" algn="l">
              <a:lnSpc>
                <a:spcPct val="100000"/>
              </a:lnSpc>
              <a:spcBef>
                <a:spcPts val="360"/>
              </a:spcBef>
              <a:spcAft>
                <a:spcPts val="0"/>
              </a:spcAft>
              <a:buClr>
                <a:schemeClr val="dk1"/>
              </a:buClr>
              <a:buSzPts val="1800"/>
              <a:buChar char="•"/>
              <a:defRPr sz="1800"/>
            </a:lvl9pPr>
          </a:lstStyle>
          <a:p>
            <a:endParaRPr/>
          </a:p>
        </p:txBody>
      </p:sp>
      <p:sp>
        <p:nvSpPr>
          <p:cNvPr id="65" name="Google Shape;65;p10"/>
          <p:cNvSpPr txBox="1">
            <a:spLocks noGrp="1"/>
          </p:cNvSpPr>
          <p:nvPr>
            <p:ph type="dt" idx="10"/>
          </p:nvPr>
        </p:nvSpPr>
        <p:spPr>
          <a:xfrm>
            <a:off x="457200" y="4767263"/>
            <a:ext cx="2133600" cy="273844"/>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sz="1200">
                <a:solidFill>
                  <a:srgbClr val="898989"/>
                </a:solidFill>
                <a:latin typeface="Calibri"/>
                <a:ea typeface="Calibri"/>
                <a:cs typeface="Calibri"/>
                <a:sym typeface="Calibri"/>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6" name="Google Shape;66;p10"/>
          <p:cNvSpPr txBox="1">
            <a:spLocks noGrp="1"/>
          </p:cNvSpPr>
          <p:nvPr>
            <p:ph type="ftr" idx="11"/>
          </p:nvPr>
        </p:nvSpPr>
        <p:spPr>
          <a:xfrm>
            <a:off x="3124200" y="4767263"/>
            <a:ext cx="2895600" cy="273844"/>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sz="1200">
                <a:solidFill>
                  <a:srgbClr val="898989"/>
                </a:solidFill>
                <a:latin typeface="Calibri"/>
                <a:ea typeface="Calibri"/>
                <a:cs typeface="Calibri"/>
                <a:sym typeface="Calibri"/>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7" name="Google Shape;67;p10"/>
          <p:cNvSpPr txBox="1">
            <a:spLocks noGrp="1"/>
          </p:cNvSpPr>
          <p:nvPr>
            <p:ph type="sldNum" idx="12"/>
          </p:nvPr>
        </p:nvSpPr>
        <p:spPr>
          <a:xfrm>
            <a:off x="6553200" y="4767263"/>
            <a:ext cx="2133600" cy="273844"/>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1pPr>
            <a:lvl2pPr marL="0" marR="0" lvl="1"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2pPr>
            <a:lvl3pPr marL="0" marR="0" lvl="2"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3pPr>
            <a:lvl4pPr marL="0" marR="0" lvl="3"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4pPr>
            <a:lvl5pPr marL="0" marR="0" lvl="4"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5pPr>
            <a:lvl6pPr marL="0" marR="0" lvl="5"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6pPr>
            <a:lvl7pPr marL="0" marR="0" lvl="6"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7pPr>
            <a:lvl8pPr marL="0" marR="0" lvl="7"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8pPr>
            <a:lvl9pPr marL="0" marR="0" lvl="8"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68"/>
        <p:cNvGrpSpPr/>
        <p:nvPr/>
      </p:nvGrpSpPr>
      <p:grpSpPr>
        <a:xfrm>
          <a:off x="0" y="0"/>
          <a:ext cx="0" cy="0"/>
          <a:chOff x="0" y="0"/>
          <a:chExt cx="0" cy="0"/>
        </a:xfrm>
      </p:grpSpPr>
      <p:sp>
        <p:nvSpPr>
          <p:cNvPr id="69" name="Google Shape;69;p11"/>
          <p:cNvSpPr txBox="1">
            <a:spLocks noGrp="1"/>
          </p:cNvSpPr>
          <p:nvPr>
            <p:ph type="title"/>
          </p:nvPr>
        </p:nvSpPr>
        <p:spPr>
          <a:xfrm>
            <a:off x="722313" y="3305175"/>
            <a:ext cx="7772400" cy="1021556"/>
          </a:xfrm>
          <a:prstGeom prst="rect">
            <a:avLst/>
          </a:prstGeom>
          <a:noFill/>
          <a:ln>
            <a:noFill/>
          </a:ln>
        </p:spPr>
        <p:txBody>
          <a:bodyPr spcFirstLastPara="1" wrap="square" lIns="91425" tIns="45700" rIns="91425" bIns="45700" anchor="t" anchorCtr="0">
            <a:noAutofit/>
          </a:bodyPr>
          <a:lstStyle>
            <a:lvl1pPr lvl="0" algn="l">
              <a:lnSpc>
                <a:spcPct val="100000"/>
              </a:lnSpc>
              <a:spcBef>
                <a:spcPts val="0"/>
              </a:spcBef>
              <a:spcAft>
                <a:spcPts val="0"/>
              </a:spcAft>
              <a:buSzPts val="1400"/>
              <a:buNone/>
              <a:defRPr sz="4000" b="1" cap="none"/>
            </a:lvl1pPr>
            <a:lvl2pPr lvl="1" algn="ctr">
              <a:lnSpc>
                <a:spcPct val="100000"/>
              </a:lnSpc>
              <a:spcBef>
                <a:spcPts val="0"/>
              </a:spcBef>
              <a:spcAft>
                <a:spcPts val="0"/>
              </a:spcAft>
              <a:buSzPts val="1400"/>
              <a:buNone/>
              <a:defRPr/>
            </a:lvl2pPr>
            <a:lvl3pPr lvl="2" algn="ctr">
              <a:lnSpc>
                <a:spcPct val="100000"/>
              </a:lnSpc>
              <a:spcBef>
                <a:spcPts val="0"/>
              </a:spcBef>
              <a:spcAft>
                <a:spcPts val="0"/>
              </a:spcAft>
              <a:buSzPts val="1400"/>
              <a:buNone/>
              <a:defRPr/>
            </a:lvl3pPr>
            <a:lvl4pPr lvl="3" algn="ctr">
              <a:lnSpc>
                <a:spcPct val="100000"/>
              </a:lnSpc>
              <a:spcBef>
                <a:spcPts val="0"/>
              </a:spcBef>
              <a:spcAft>
                <a:spcPts val="0"/>
              </a:spcAft>
              <a:buSzPts val="1400"/>
              <a:buNone/>
              <a:defRPr/>
            </a:lvl4pPr>
            <a:lvl5pPr lvl="4" algn="ctr">
              <a:lnSpc>
                <a:spcPct val="100000"/>
              </a:lnSpc>
              <a:spcBef>
                <a:spcPts val="0"/>
              </a:spcBef>
              <a:spcAft>
                <a:spcPts val="0"/>
              </a:spcAft>
              <a:buSzPts val="1400"/>
              <a:buNone/>
              <a:defRPr/>
            </a:lvl5pPr>
            <a:lvl6pPr lvl="5" algn="ctr">
              <a:lnSpc>
                <a:spcPct val="100000"/>
              </a:lnSpc>
              <a:spcBef>
                <a:spcPts val="0"/>
              </a:spcBef>
              <a:spcAft>
                <a:spcPts val="0"/>
              </a:spcAft>
              <a:buSzPts val="1400"/>
              <a:buNone/>
              <a:defRPr/>
            </a:lvl6pPr>
            <a:lvl7pPr lvl="6" algn="ctr">
              <a:lnSpc>
                <a:spcPct val="100000"/>
              </a:lnSpc>
              <a:spcBef>
                <a:spcPts val="0"/>
              </a:spcBef>
              <a:spcAft>
                <a:spcPts val="0"/>
              </a:spcAft>
              <a:buSzPts val="1400"/>
              <a:buNone/>
              <a:defRPr/>
            </a:lvl7pPr>
            <a:lvl8pPr lvl="7" algn="ctr">
              <a:lnSpc>
                <a:spcPct val="100000"/>
              </a:lnSpc>
              <a:spcBef>
                <a:spcPts val="0"/>
              </a:spcBef>
              <a:spcAft>
                <a:spcPts val="0"/>
              </a:spcAft>
              <a:buSzPts val="1400"/>
              <a:buNone/>
              <a:defRPr/>
            </a:lvl8pPr>
            <a:lvl9pPr lvl="8" algn="ctr">
              <a:lnSpc>
                <a:spcPct val="100000"/>
              </a:lnSpc>
              <a:spcBef>
                <a:spcPts val="0"/>
              </a:spcBef>
              <a:spcAft>
                <a:spcPts val="0"/>
              </a:spcAft>
              <a:buSzPts val="1400"/>
              <a:buNone/>
              <a:defRPr/>
            </a:lvl9pPr>
          </a:lstStyle>
          <a:p>
            <a:endParaRPr/>
          </a:p>
        </p:txBody>
      </p:sp>
      <p:sp>
        <p:nvSpPr>
          <p:cNvPr id="70" name="Google Shape;70;p11"/>
          <p:cNvSpPr txBox="1">
            <a:spLocks noGrp="1"/>
          </p:cNvSpPr>
          <p:nvPr>
            <p:ph type="body" idx="1"/>
          </p:nvPr>
        </p:nvSpPr>
        <p:spPr>
          <a:xfrm>
            <a:off x="722313" y="2180035"/>
            <a:ext cx="7772400" cy="1125140"/>
          </a:xfrm>
          <a:prstGeom prst="rect">
            <a:avLst/>
          </a:prstGeom>
          <a:noFill/>
          <a:ln>
            <a:noFill/>
          </a:ln>
        </p:spPr>
        <p:txBody>
          <a:bodyPr spcFirstLastPara="1" wrap="square" lIns="91425" tIns="45700" rIns="91425" bIns="45700" anchor="b" anchorCtr="0">
            <a:noAutofit/>
          </a:bodyPr>
          <a:lstStyle>
            <a:lvl1pPr marL="457200" lvl="0" indent="-228600" algn="l">
              <a:lnSpc>
                <a:spcPct val="100000"/>
              </a:lnSpc>
              <a:spcBef>
                <a:spcPts val="400"/>
              </a:spcBef>
              <a:spcAft>
                <a:spcPts val="0"/>
              </a:spcAft>
              <a:buClr>
                <a:srgbClr val="888888"/>
              </a:buClr>
              <a:buSzPts val="2000"/>
              <a:buNone/>
              <a:defRPr sz="2000">
                <a:solidFill>
                  <a:srgbClr val="888888"/>
                </a:solidFill>
              </a:defRPr>
            </a:lvl1pPr>
            <a:lvl2pPr marL="914400" lvl="1" indent="-228600" algn="l">
              <a:lnSpc>
                <a:spcPct val="100000"/>
              </a:lnSpc>
              <a:spcBef>
                <a:spcPts val="360"/>
              </a:spcBef>
              <a:spcAft>
                <a:spcPts val="0"/>
              </a:spcAft>
              <a:buClr>
                <a:srgbClr val="888888"/>
              </a:buClr>
              <a:buSzPts val="1800"/>
              <a:buNone/>
              <a:defRPr sz="1800">
                <a:solidFill>
                  <a:srgbClr val="888888"/>
                </a:solidFill>
              </a:defRPr>
            </a:lvl2pPr>
            <a:lvl3pPr marL="1371600" lvl="2" indent="-228600" algn="l">
              <a:lnSpc>
                <a:spcPct val="100000"/>
              </a:lnSpc>
              <a:spcBef>
                <a:spcPts val="320"/>
              </a:spcBef>
              <a:spcAft>
                <a:spcPts val="0"/>
              </a:spcAft>
              <a:buClr>
                <a:srgbClr val="888888"/>
              </a:buClr>
              <a:buSzPts val="1600"/>
              <a:buNone/>
              <a:defRPr sz="1600">
                <a:solidFill>
                  <a:srgbClr val="888888"/>
                </a:solidFill>
              </a:defRPr>
            </a:lvl3pPr>
            <a:lvl4pPr marL="1828800" lvl="3" indent="-228600" algn="l">
              <a:lnSpc>
                <a:spcPct val="100000"/>
              </a:lnSpc>
              <a:spcBef>
                <a:spcPts val="280"/>
              </a:spcBef>
              <a:spcAft>
                <a:spcPts val="0"/>
              </a:spcAft>
              <a:buClr>
                <a:srgbClr val="888888"/>
              </a:buClr>
              <a:buSzPts val="1400"/>
              <a:buNone/>
              <a:defRPr sz="1400">
                <a:solidFill>
                  <a:srgbClr val="888888"/>
                </a:solidFill>
              </a:defRPr>
            </a:lvl4pPr>
            <a:lvl5pPr marL="2286000" lvl="4" indent="-228600" algn="l">
              <a:lnSpc>
                <a:spcPct val="100000"/>
              </a:lnSpc>
              <a:spcBef>
                <a:spcPts val="280"/>
              </a:spcBef>
              <a:spcAft>
                <a:spcPts val="0"/>
              </a:spcAft>
              <a:buClr>
                <a:srgbClr val="888888"/>
              </a:buClr>
              <a:buSzPts val="1400"/>
              <a:buNone/>
              <a:defRPr sz="1400">
                <a:solidFill>
                  <a:srgbClr val="888888"/>
                </a:solidFill>
              </a:defRPr>
            </a:lvl5pPr>
            <a:lvl6pPr marL="2743200" lvl="5" indent="-228600" algn="l">
              <a:lnSpc>
                <a:spcPct val="100000"/>
              </a:lnSpc>
              <a:spcBef>
                <a:spcPts val="280"/>
              </a:spcBef>
              <a:spcAft>
                <a:spcPts val="0"/>
              </a:spcAft>
              <a:buClr>
                <a:srgbClr val="888888"/>
              </a:buClr>
              <a:buSzPts val="1400"/>
              <a:buNone/>
              <a:defRPr sz="1400">
                <a:solidFill>
                  <a:srgbClr val="888888"/>
                </a:solidFill>
              </a:defRPr>
            </a:lvl6pPr>
            <a:lvl7pPr marL="3200400" lvl="6" indent="-228600" algn="l">
              <a:lnSpc>
                <a:spcPct val="100000"/>
              </a:lnSpc>
              <a:spcBef>
                <a:spcPts val="280"/>
              </a:spcBef>
              <a:spcAft>
                <a:spcPts val="0"/>
              </a:spcAft>
              <a:buClr>
                <a:srgbClr val="888888"/>
              </a:buClr>
              <a:buSzPts val="1400"/>
              <a:buNone/>
              <a:defRPr sz="1400">
                <a:solidFill>
                  <a:srgbClr val="888888"/>
                </a:solidFill>
              </a:defRPr>
            </a:lvl7pPr>
            <a:lvl8pPr marL="3657600" lvl="7" indent="-228600" algn="l">
              <a:lnSpc>
                <a:spcPct val="100000"/>
              </a:lnSpc>
              <a:spcBef>
                <a:spcPts val="280"/>
              </a:spcBef>
              <a:spcAft>
                <a:spcPts val="0"/>
              </a:spcAft>
              <a:buClr>
                <a:srgbClr val="888888"/>
              </a:buClr>
              <a:buSzPts val="1400"/>
              <a:buNone/>
              <a:defRPr sz="1400">
                <a:solidFill>
                  <a:srgbClr val="888888"/>
                </a:solidFill>
              </a:defRPr>
            </a:lvl8pPr>
            <a:lvl9pPr marL="4114800" lvl="8" indent="-228600" algn="l">
              <a:lnSpc>
                <a:spcPct val="100000"/>
              </a:lnSpc>
              <a:spcBef>
                <a:spcPts val="280"/>
              </a:spcBef>
              <a:spcAft>
                <a:spcPts val="0"/>
              </a:spcAft>
              <a:buClr>
                <a:srgbClr val="888888"/>
              </a:buClr>
              <a:buSzPts val="1400"/>
              <a:buNone/>
              <a:defRPr sz="1400">
                <a:solidFill>
                  <a:srgbClr val="888888"/>
                </a:solidFill>
              </a:defRPr>
            </a:lvl9pPr>
          </a:lstStyle>
          <a:p>
            <a:endParaRPr/>
          </a:p>
        </p:txBody>
      </p:sp>
      <p:sp>
        <p:nvSpPr>
          <p:cNvPr id="71" name="Google Shape;71;p11"/>
          <p:cNvSpPr txBox="1">
            <a:spLocks noGrp="1"/>
          </p:cNvSpPr>
          <p:nvPr>
            <p:ph type="dt" idx="10"/>
          </p:nvPr>
        </p:nvSpPr>
        <p:spPr>
          <a:xfrm>
            <a:off x="457200" y="4767263"/>
            <a:ext cx="2133600" cy="273844"/>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sz="1200">
                <a:solidFill>
                  <a:srgbClr val="898989"/>
                </a:solidFill>
                <a:latin typeface="Calibri"/>
                <a:ea typeface="Calibri"/>
                <a:cs typeface="Calibri"/>
                <a:sym typeface="Calibri"/>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2" name="Google Shape;72;p11"/>
          <p:cNvSpPr txBox="1">
            <a:spLocks noGrp="1"/>
          </p:cNvSpPr>
          <p:nvPr>
            <p:ph type="ftr" idx="11"/>
          </p:nvPr>
        </p:nvSpPr>
        <p:spPr>
          <a:xfrm>
            <a:off x="3124200" y="4767263"/>
            <a:ext cx="2895600" cy="273844"/>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sz="1200">
                <a:solidFill>
                  <a:srgbClr val="898989"/>
                </a:solidFill>
                <a:latin typeface="Calibri"/>
                <a:ea typeface="Calibri"/>
                <a:cs typeface="Calibri"/>
                <a:sym typeface="Calibri"/>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3" name="Google Shape;73;p11"/>
          <p:cNvSpPr txBox="1">
            <a:spLocks noGrp="1"/>
          </p:cNvSpPr>
          <p:nvPr>
            <p:ph type="sldNum" idx="12"/>
          </p:nvPr>
        </p:nvSpPr>
        <p:spPr>
          <a:xfrm>
            <a:off x="6553200" y="4767263"/>
            <a:ext cx="2133600" cy="273844"/>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1pPr>
            <a:lvl2pPr marL="0" marR="0" lvl="1"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2pPr>
            <a:lvl3pPr marL="0" marR="0" lvl="2"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3pPr>
            <a:lvl4pPr marL="0" marR="0" lvl="3"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4pPr>
            <a:lvl5pPr marL="0" marR="0" lvl="4"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5pPr>
            <a:lvl6pPr marL="0" marR="0" lvl="5"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6pPr>
            <a:lvl7pPr marL="0" marR="0" lvl="6"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7pPr>
            <a:lvl8pPr marL="0" marR="0" lvl="7"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8pPr>
            <a:lvl9pPr marL="0" marR="0" lvl="8"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74"/>
        <p:cNvGrpSpPr/>
        <p:nvPr/>
      </p:nvGrpSpPr>
      <p:grpSpPr>
        <a:xfrm>
          <a:off x="0" y="0"/>
          <a:ext cx="0" cy="0"/>
          <a:chOff x="0" y="0"/>
          <a:chExt cx="0" cy="0"/>
        </a:xfrm>
      </p:grpSpPr>
      <p:sp>
        <p:nvSpPr>
          <p:cNvPr id="75" name="Google Shape;75;p12"/>
          <p:cNvSpPr txBox="1">
            <a:spLocks noGrp="1"/>
          </p:cNvSpPr>
          <p:nvPr>
            <p:ph type="title"/>
          </p:nvPr>
        </p:nvSpPr>
        <p:spPr>
          <a:xfrm>
            <a:off x="457200" y="205978"/>
            <a:ext cx="8229600" cy="85725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ctr">
              <a:lnSpc>
                <a:spcPct val="100000"/>
              </a:lnSpc>
              <a:spcBef>
                <a:spcPts val="0"/>
              </a:spcBef>
              <a:spcAft>
                <a:spcPts val="0"/>
              </a:spcAft>
              <a:buSzPts val="1400"/>
              <a:buNone/>
              <a:defRPr/>
            </a:lvl2pPr>
            <a:lvl3pPr lvl="2" algn="ctr">
              <a:lnSpc>
                <a:spcPct val="100000"/>
              </a:lnSpc>
              <a:spcBef>
                <a:spcPts val="0"/>
              </a:spcBef>
              <a:spcAft>
                <a:spcPts val="0"/>
              </a:spcAft>
              <a:buSzPts val="1400"/>
              <a:buNone/>
              <a:defRPr/>
            </a:lvl3pPr>
            <a:lvl4pPr lvl="3" algn="ctr">
              <a:lnSpc>
                <a:spcPct val="100000"/>
              </a:lnSpc>
              <a:spcBef>
                <a:spcPts val="0"/>
              </a:spcBef>
              <a:spcAft>
                <a:spcPts val="0"/>
              </a:spcAft>
              <a:buSzPts val="1400"/>
              <a:buNone/>
              <a:defRPr/>
            </a:lvl4pPr>
            <a:lvl5pPr lvl="4" algn="ctr">
              <a:lnSpc>
                <a:spcPct val="100000"/>
              </a:lnSpc>
              <a:spcBef>
                <a:spcPts val="0"/>
              </a:spcBef>
              <a:spcAft>
                <a:spcPts val="0"/>
              </a:spcAft>
              <a:buSzPts val="1400"/>
              <a:buNone/>
              <a:defRPr/>
            </a:lvl5pPr>
            <a:lvl6pPr lvl="5" algn="ctr">
              <a:lnSpc>
                <a:spcPct val="100000"/>
              </a:lnSpc>
              <a:spcBef>
                <a:spcPts val="0"/>
              </a:spcBef>
              <a:spcAft>
                <a:spcPts val="0"/>
              </a:spcAft>
              <a:buSzPts val="1400"/>
              <a:buNone/>
              <a:defRPr/>
            </a:lvl6pPr>
            <a:lvl7pPr lvl="6" algn="ctr">
              <a:lnSpc>
                <a:spcPct val="100000"/>
              </a:lnSpc>
              <a:spcBef>
                <a:spcPts val="0"/>
              </a:spcBef>
              <a:spcAft>
                <a:spcPts val="0"/>
              </a:spcAft>
              <a:buSzPts val="1400"/>
              <a:buNone/>
              <a:defRPr/>
            </a:lvl7pPr>
            <a:lvl8pPr lvl="7" algn="ctr">
              <a:lnSpc>
                <a:spcPct val="100000"/>
              </a:lnSpc>
              <a:spcBef>
                <a:spcPts val="0"/>
              </a:spcBef>
              <a:spcAft>
                <a:spcPts val="0"/>
              </a:spcAft>
              <a:buSzPts val="1400"/>
              <a:buNone/>
              <a:defRPr/>
            </a:lvl8pPr>
            <a:lvl9pPr lvl="8" algn="ctr">
              <a:lnSpc>
                <a:spcPct val="100000"/>
              </a:lnSpc>
              <a:spcBef>
                <a:spcPts val="0"/>
              </a:spcBef>
              <a:spcAft>
                <a:spcPts val="0"/>
              </a:spcAft>
              <a:buSzPts val="1400"/>
              <a:buNone/>
              <a:defRPr/>
            </a:lvl9pPr>
          </a:lstStyle>
          <a:p>
            <a:endParaRPr/>
          </a:p>
        </p:txBody>
      </p:sp>
      <p:sp>
        <p:nvSpPr>
          <p:cNvPr id="76" name="Google Shape;76;p12"/>
          <p:cNvSpPr txBox="1">
            <a:spLocks noGrp="1"/>
          </p:cNvSpPr>
          <p:nvPr>
            <p:ph type="body" idx="1"/>
          </p:nvPr>
        </p:nvSpPr>
        <p:spPr>
          <a:xfrm>
            <a:off x="457200" y="1200150"/>
            <a:ext cx="8229600" cy="3394471"/>
          </a:xfrm>
          <a:prstGeom prst="rect">
            <a:avLst/>
          </a:prstGeom>
          <a:noFill/>
          <a:ln>
            <a:noFill/>
          </a:ln>
        </p:spPr>
        <p:txBody>
          <a:bodyPr spcFirstLastPara="1" wrap="square" lIns="91425" tIns="45700" rIns="91425" bIns="45700" anchor="t" anchorCtr="0">
            <a:noAutofit/>
          </a:bodyPr>
          <a:lstStyle>
            <a:lvl1pPr marL="457200" lvl="0" indent="-342900" algn="l">
              <a:lnSpc>
                <a:spcPct val="100000"/>
              </a:lnSpc>
              <a:spcBef>
                <a:spcPts val="360"/>
              </a:spcBef>
              <a:spcAft>
                <a:spcPts val="0"/>
              </a:spcAft>
              <a:buClr>
                <a:schemeClr val="dk1"/>
              </a:buClr>
              <a:buSzPts val="1800"/>
              <a:buChar char="•"/>
              <a:defRPr/>
            </a:lvl1pPr>
            <a:lvl2pPr marL="914400" lvl="1" indent="-342900" algn="l">
              <a:lnSpc>
                <a:spcPct val="100000"/>
              </a:lnSpc>
              <a:spcBef>
                <a:spcPts val="360"/>
              </a:spcBef>
              <a:spcAft>
                <a:spcPts val="0"/>
              </a:spcAft>
              <a:buClr>
                <a:schemeClr val="dk1"/>
              </a:buClr>
              <a:buSzPts val="1800"/>
              <a:buChar char="–"/>
              <a:defRPr/>
            </a:lvl2pPr>
            <a:lvl3pPr marL="1371600" lvl="2" indent="-342900" algn="l">
              <a:lnSpc>
                <a:spcPct val="100000"/>
              </a:lnSpc>
              <a:spcBef>
                <a:spcPts val="360"/>
              </a:spcBef>
              <a:spcAft>
                <a:spcPts val="0"/>
              </a:spcAft>
              <a:buClr>
                <a:schemeClr val="dk1"/>
              </a:buClr>
              <a:buSzPts val="1800"/>
              <a:buChar char="•"/>
              <a:defRPr/>
            </a:lvl3pPr>
            <a:lvl4pPr marL="1828800" lvl="3" indent="-342900" algn="l">
              <a:lnSpc>
                <a:spcPct val="100000"/>
              </a:lnSpc>
              <a:spcBef>
                <a:spcPts val="360"/>
              </a:spcBef>
              <a:spcAft>
                <a:spcPts val="0"/>
              </a:spcAft>
              <a:buClr>
                <a:schemeClr val="dk1"/>
              </a:buClr>
              <a:buSzPts val="1800"/>
              <a:buChar char="–"/>
              <a:defRPr/>
            </a:lvl4pPr>
            <a:lvl5pPr marL="2286000" lvl="4" indent="-342900" algn="l">
              <a:lnSpc>
                <a:spcPct val="100000"/>
              </a:lnSpc>
              <a:spcBef>
                <a:spcPts val="360"/>
              </a:spcBef>
              <a:spcAft>
                <a:spcPts val="0"/>
              </a:spcAft>
              <a:buClr>
                <a:schemeClr val="dk1"/>
              </a:buClr>
              <a:buSzPts val="1800"/>
              <a:buChar char="»"/>
              <a:defRPr/>
            </a:lvl5pPr>
            <a:lvl6pPr marL="2743200" lvl="5" indent="-342900" algn="l">
              <a:lnSpc>
                <a:spcPct val="100000"/>
              </a:lnSpc>
              <a:spcBef>
                <a:spcPts val="360"/>
              </a:spcBef>
              <a:spcAft>
                <a:spcPts val="0"/>
              </a:spcAft>
              <a:buClr>
                <a:schemeClr val="dk1"/>
              </a:buClr>
              <a:buSzPts val="1800"/>
              <a:buChar char="•"/>
              <a:defRPr/>
            </a:lvl6pPr>
            <a:lvl7pPr marL="3200400" lvl="6" indent="-342900" algn="l">
              <a:lnSpc>
                <a:spcPct val="100000"/>
              </a:lnSpc>
              <a:spcBef>
                <a:spcPts val="360"/>
              </a:spcBef>
              <a:spcAft>
                <a:spcPts val="0"/>
              </a:spcAft>
              <a:buClr>
                <a:schemeClr val="dk1"/>
              </a:buClr>
              <a:buSzPts val="1800"/>
              <a:buChar char="•"/>
              <a:defRPr/>
            </a:lvl7pPr>
            <a:lvl8pPr marL="3657600" lvl="7" indent="-342900" algn="l">
              <a:lnSpc>
                <a:spcPct val="100000"/>
              </a:lnSpc>
              <a:spcBef>
                <a:spcPts val="360"/>
              </a:spcBef>
              <a:spcAft>
                <a:spcPts val="0"/>
              </a:spcAft>
              <a:buClr>
                <a:schemeClr val="dk1"/>
              </a:buClr>
              <a:buSzPts val="1800"/>
              <a:buChar char="•"/>
              <a:defRPr/>
            </a:lvl8pPr>
            <a:lvl9pPr marL="4114800" lvl="8" indent="-342900" algn="l">
              <a:lnSpc>
                <a:spcPct val="100000"/>
              </a:lnSpc>
              <a:spcBef>
                <a:spcPts val="360"/>
              </a:spcBef>
              <a:spcAft>
                <a:spcPts val="0"/>
              </a:spcAft>
              <a:buClr>
                <a:schemeClr val="dk1"/>
              </a:buClr>
              <a:buSzPts val="1800"/>
              <a:buChar char="•"/>
              <a:defRPr/>
            </a:lvl9pPr>
          </a:lstStyle>
          <a:p>
            <a:endParaRPr/>
          </a:p>
        </p:txBody>
      </p:sp>
      <p:sp>
        <p:nvSpPr>
          <p:cNvPr id="77" name="Google Shape;77;p12"/>
          <p:cNvSpPr txBox="1">
            <a:spLocks noGrp="1"/>
          </p:cNvSpPr>
          <p:nvPr>
            <p:ph type="dt" idx="10"/>
          </p:nvPr>
        </p:nvSpPr>
        <p:spPr>
          <a:xfrm>
            <a:off x="457200" y="4767263"/>
            <a:ext cx="2133600" cy="273844"/>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sz="1200">
                <a:solidFill>
                  <a:srgbClr val="898989"/>
                </a:solidFill>
                <a:latin typeface="Calibri"/>
                <a:ea typeface="Calibri"/>
                <a:cs typeface="Calibri"/>
                <a:sym typeface="Calibri"/>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8" name="Google Shape;78;p12"/>
          <p:cNvSpPr txBox="1">
            <a:spLocks noGrp="1"/>
          </p:cNvSpPr>
          <p:nvPr>
            <p:ph type="ftr" idx="11"/>
          </p:nvPr>
        </p:nvSpPr>
        <p:spPr>
          <a:xfrm>
            <a:off x="3124200" y="4767263"/>
            <a:ext cx="2895600" cy="273844"/>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sz="1200">
                <a:solidFill>
                  <a:srgbClr val="898989"/>
                </a:solidFill>
                <a:latin typeface="Calibri"/>
                <a:ea typeface="Calibri"/>
                <a:cs typeface="Calibri"/>
                <a:sym typeface="Calibri"/>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9" name="Google Shape;79;p12"/>
          <p:cNvSpPr txBox="1">
            <a:spLocks noGrp="1"/>
          </p:cNvSpPr>
          <p:nvPr>
            <p:ph type="sldNum" idx="12"/>
          </p:nvPr>
        </p:nvSpPr>
        <p:spPr>
          <a:xfrm>
            <a:off x="6553200" y="4767263"/>
            <a:ext cx="2133600" cy="273844"/>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1pPr>
            <a:lvl2pPr marL="0" marR="0" lvl="1"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2pPr>
            <a:lvl3pPr marL="0" marR="0" lvl="2"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3pPr>
            <a:lvl4pPr marL="0" marR="0" lvl="3"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4pPr>
            <a:lvl5pPr marL="0" marR="0" lvl="4"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5pPr>
            <a:lvl6pPr marL="0" marR="0" lvl="5"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6pPr>
            <a:lvl7pPr marL="0" marR="0" lvl="6"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7pPr>
            <a:lvl8pPr marL="0" marR="0" lvl="7"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8pPr>
            <a:lvl9pPr marL="0" marR="0" lvl="8"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Generated">
  <p:cSld name="Generated">
    <p:spTree>
      <p:nvGrpSpPr>
        <p:cNvPr id="1" name="Shape 8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457200" y="205978"/>
            <a:ext cx="8229600" cy="857250"/>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4400" b="0" i="0" u="none" strike="noStrike" cap="none">
                <a:solidFill>
                  <a:schemeClr val="dk1"/>
                </a:solidFill>
                <a:latin typeface="Calibri"/>
                <a:ea typeface="Calibri"/>
                <a:cs typeface="Calibri"/>
                <a:sym typeface="Calibri"/>
              </a:defRPr>
            </a:lvl1pPr>
            <a:lvl2pPr marR="0" lvl="1" algn="ctr" rtl="0">
              <a:lnSpc>
                <a:spcPct val="100000"/>
              </a:lnSpc>
              <a:spcBef>
                <a:spcPts val="0"/>
              </a:spcBef>
              <a:spcAft>
                <a:spcPts val="0"/>
              </a:spcAft>
              <a:buClr>
                <a:srgbClr val="000000"/>
              </a:buClr>
              <a:buSzPts val="1400"/>
              <a:buFont typeface="Arial"/>
              <a:buNone/>
              <a:defRPr sz="4400" b="0" i="0" u="none" strike="noStrike" cap="none">
                <a:solidFill>
                  <a:schemeClr val="dk1"/>
                </a:solidFill>
                <a:latin typeface="Calibri"/>
                <a:ea typeface="Calibri"/>
                <a:cs typeface="Calibri"/>
                <a:sym typeface="Calibri"/>
              </a:defRPr>
            </a:lvl2pPr>
            <a:lvl3pPr marR="0" lvl="2" algn="ctr" rtl="0">
              <a:lnSpc>
                <a:spcPct val="100000"/>
              </a:lnSpc>
              <a:spcBef>
                <a:spcPts val="0"/>
              </a:spcBef>
              <a:spcAft>
                <a:spcPts val="0"/>
              </a:spcAft>
              <a:buClr>
                <a:srgbClr val="000000"/>
              </a:buClr>
              <a:buSzPts val="1400"/>
              <a:buFont typeface="Arial"/>
              <a:buNone/>
              <a:defRPr sz="4400" b="0" i="0" u="none" strike="noStrike" cap="none">
                <a:solidFill>
                  <a:schemeClr val="dk1"/>
                </a:solidFill>
                <a:latin typeface="Calibri"/>
                <a:ea typeface="Calibri"/>
                <a:cs typeface="Calibri"/>
                <a:sym typeface="Calibri"/>
              </a:defRPr>
            </a:lvl3pPr>
            <a:lvl4pPr marR="0" lvl="3" algn="ctr" rtl="0">
              <a:lnSpc>
                <a:spcPct val="100000"/>
              </a:lnSpc>
              <a:spcBef>
                <a:spcPts val="0"/>
              </a:spcBef>
              <a:spcAft>
                <a:spcPts val="0"/>
              </a:spcAft>
              <a:buClr>
                <a:srgbClr val="000000"/>
              </a:buClr>
              <a:buSzPts val="1400"/>
              <a:buFont typeface="Arial"/>
              <a:buNone/>
              <a:defRPr sz="4400" b="0" i="0" u="none" strike="noStrike" cap="none">
                <a:solidFill>
                  <a:schemeClr val="dk1"/>
                </a:solidFill>
                <a:latin typeface="Calibri"/>
                <a:ea typeface="Calibri"/>
                <a:cs typeface="Calibri"/>
                <a:sym typeface="Calibri"/>
              </a:defRPr>
            </a:lvl4pPr>
            <a:lvl5pPr marR="0" lvl="4" algn="ctr" rtl="0">
              <a:lnSpc>
                <a:spcPct val="100000"/>
              </a:lnSpc>
              <a:spcBef>
                <a:spcPts val="0"/>
              </a:spcBef>
              <a:spcAft>
                <a:spcPts val="0"/>
              </a:spcAft>
              <a:buClr>
                <a:srgbClr val="000000"/>
              </a:buClr>
              <a:buSzPts val="1400"/>
              <a:buFont typeface="Arial"/>
              <a:buNone/>
              <a:defRPr sz="4400" b="0" i="0" u="none" strike="noStrike" cap="none">
                <a:solidFill>
                  <a:schemeClr val="dk1"/>
                </a:solidFill>
                <a:latin typeface="Calibri"/>
                <a:ea typeface="Calibri"/>
                <a:cs typeface="Calibri"/>
                <a:sym typeface="Calibri"/>
              </a:defRPr>
            </a:lvl5pPr>
            <a:lvl6pPr marR="0" lvl="5" algn="ctr" rtl="0">
              <a:lnSpc>
                <a:spcPct val="100000"/>
              </a:lnSpc>
              <a:spcBef>
                <a:spcPts val="0"/>
              </a:spcBef>
              <a:spcAft>
                <a:spcPts val="0"/>
              </a:spcAft>
              <a:buClr>
                <a:srgbClr val="000000"/>
              </a:buClr>
              <a:buSzPts val="1400"/>
              <a:buFont typeface="Arial"/>
              <a:buNone/>
              <a:defRPr sz="4400" b="0" i="0" u="none" strike="noStrike" cap="none">
                <a:solidFill>
                  <a:schemeClr val="dk1"/>
                </a:solidFill>
                <a:latin typeface="Calibri"/>
                <a:ea typeface="Calibri"/>
                <a:cs typeface="Calibri"/>
                <a:sym typeface="Calibri"/>
              </a:defRPr>
            </a:lvl6pPr>
            <a:lvl7pPr marR="0" lvl="6" algn="ctr" rtl="0">
              <a:lnSpc>
                <a:spcPct val="100000"/>
              </a:lnSpc>
              <a:spcBef>
                <a:spcPts val="0"/>
              </a:spcBef>
              <a:spcAft>
                <a:spcPts val="0"/>
              </a:spcAft>
              <a:buClr>
                <a:srgbClr val="000000"/>
              </a:buClr>
              <a:buSzPts val="1400"/>
              <a:buFont typeface="Arial"/>
              <a:buNone/>
              <a:defRPr sz="4400" b="0" i="0" u="none" strike="noStrike" cap="none">
                <a:solidFill>
                  <a:schemeClr val="dk1"/>
                </a:solidFill>
                <a:latin typeface="Calibri"/>
                <a:ea typeface="Calibri"/>
                <a:cs typeface="Calibri"/>
                <a:sym typeface="Calibri"/>
              </a:defRPr>
            </a:lvl7pPr>
            <a:lvl8pPr marR="0" lvl="7" algn="ctr" rtl="0">
              <a:lnSpc>
                <a:spcPct val="100000"/>
              </a:lnSpc>
              <a:spcBef>
                <a:spcPts val="0"/>
              </a:spcBef>
              <a:spcAft>
                <a:spcPts val="0"/>
              </a:spcAft>
              <a:buClr>
                <a:srgbClr val="000000"/>
              </a:buClr>
              <a:buSzPts val="1400"/>
              <a:buFont typeface="Arial"/>
              <a:buNone/>
              <a:defRPr sz="4400" b="0" i="0" u="none" strike="noStrike" cap="none">
                <a:solidFill>
                  <a:schemeClr val="dk1"/>
                </a:solidFill>
                <a:latin typeface="Calibri"/>
                <a:ea typeface="Calibri"/>
                <a:cs typeface="Calibri"/>
                <a:sym typeface="Calibri"/>
              </a:defRPr>
            </a:lvl8pPr>
            <a:lvl9pPr marR="0" lvl="8" algn="ctr" rtl="0">
              <a:lnSpc>
                <a:spcPct val="100000"/>
              </a:lnSpc>
              <a:spcBef>
                <a:spcPts val="0"/>
              </a:spcBef>
              <a:spcAft>
                <a:spcPts val="0"/>
              </a:spcAft>
              <a:buClr>
                <a:srgbClr val="000000"/>
              </a:buClr>
              <a:buSzPts val="1400"/>
              <a:buFont typeface="Arial"/>
              <a:buNone/>
              <a:defRPr sz="4400" b="0" i="0" u="none" strike="noStrike" cap="none">
                <a:solidFill>
                  <a:schemeClr val="dk1"/>
                </a:solidFill>
                <a:latin typeface="Calibri"/>
                <a:ea typeface="Calibri"/>
                <a:cs typeface="Calibri"/>
                <a:sym typeface="Calibri"/>
              </a:defRPr>
            </a:lvl9pPr>
          </a:lstStyle>
          <a:p>
            <a:endParaRPr/>
          </a:p>
        </p:txBody>
      </p:sp>
      <p:sp>
        <p:nvSpPr>
          <p:cNvPr id="7" name="Google Shape;7;p1"/>
          <p:cNvSpPr txBox="1">
            <a:spLocks noGrp="1"/>
          </p:cNvSpPr>
          <p:nvPr>
            <p:ph type="body" idx="1"/>
          </p:nvPr>
        </p:nvSpPr>
        <p:spPr>
          <a:xfrm>
            <a:off x="457200" y="1200150"/>
            <a:ext cx="8229600" cy="3394471"/>
          </a:xfrm>
          <a:prstGeom prst="rect">
            <a:avLst/>
          </a:prstGeom>
          <a:noFill/>
          <a:ln>
            <a:noFill/>
          </a:ln>
        </p:spPr>
        <p:txBody>
          <a:bodyPr spcFirstLastPara="1" wrap="square" lIns="91425" tIns="45700" rIns="91425" bIns="45700" anchor="t" anchorCtr="0">
            <a:noAutofit/>
          </a:bodyPr>
          <a:lstStyle>
            <a:lvl1pPr marL="457200" marR="0" lvl="0" indent="-431800" algn="l" rtl="0">
              <a:lnSpc>
                <a:spcPct val="100000"/>
              </a:lnSpc>
              <a:spcBef>
                <a:spcPts val="64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1pPr>
            <a:lvl2pPr marL="914400" marR="0" lvl="1" indent="-406400" algn="l" rtl="0">
              <a:lnSpc>
                <a:spcPct val="100000"/>
              </a:lnSpc>
              <a:spcBef>
                <a:spcPts val="56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lnSpc>
                <a:spcPct val="100000"/>
              </a:lnSpc>
              <a:spcBef>
                <a:spcPts val="48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8" name="Google Shape;8;p1"/>
          <p:cNvSpPr txBox="1">
            <a:spLocks noGrp="1"/>
          </p:cNvSpPr>
          <p:nvPr>
            <p:ph type="dt" idx="10"/>
          </p:nvPr>
        </p:nvSpPr>
        <p:spPr>
          <a:xfrm>
            <a:off x="457200" y="4767263"/>
            <a:ext cx="2133600" cy="273844"/>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98989"/>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a:p>
        </p:txBody>
      </p:sp>
      <p:sp>
        <p:nvSpPr>
          <p:cNvPr id="9" name="Google Shape;9;p1"/>
          <p:cNvSpPr txBox="1">
            <a:spLocks noGrp="1"/>
          </p:cNvSpPr>
          <p:nvPr>
            <p:ph type="ftr" idx="11"/>
          </p:nvPr>
        </p:nvSpPr>
        <p:spPr>
          <a:xfrm>
            <a:off x="3124200" y="4767263"/>
            <a:ext cx="2895600" cy="273844"/>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98989"/>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a:p>
        </p:txBody>
      </p:sp>
      <p:sp>
        <p:nvSpPr>
          <p:cNvPr id="10" name="Google Shape;10;p1"/>
          <p:cNvSpPr txBox="1">
            <a:spLocks noGrp="1"/>
          </p:cNvSpPr>
          <p:nvPr>
            <p:ph type="sldNum" idx="12"/>
          </p:nvPr>
        </p:nvSpPr>
        <p:spPr>
          <a:xfrm>
            <a:off x="6553200" y="4767263"/>
            <a:ext cx="2133600" cy="273844"/>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1pPr>
            <a:lvl2pPr marL="0" marR="0" lvl="1" indent="0" algn="r" rtl="0">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2pPr>
            <a:lvl3pPr marL="0" marR="0" lvl="2" indent="0" algn="r" rtl="0">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3pPr>
            <a:lvl4pPr marL="0" marR="0" lvl="3" indent="0" algn="r" rtl="0">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4pPr>
            <a:lvl5pPr marL="0" marR="0" lvl="4" indent="0" algn="r" rtl="0">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5pPr>
            <a:lvl6pPr marL="0" marR="0" lvl="5" indent="0" algn="r" rtl="0">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6pPr>
            <a:lvl7pPr marL="0" marR="0" lvl="6" indent="0" algn="r" rtl="0">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7pPr>
            <a:lvl8pPr marL="0" marR="0" lvl="7" indent="0" algn="r" rtl="0">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8pPr>
            <a:lvl9pPr marL="0" marR="0" lvl="8" indent="0" algn="r" rtl="0">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sz="1400">
              <a:solidFill>
                <a:srgbClr val="000000"/>
              </a:solidFill>
              <a:latin typeface="Arial"/>
              <a:ea typeface="Arial"/>
              <a:cs typeface="Arial"/>
              <a:sym typeface="Arial"/>
            </a:endParaRPr>
          </a:p>
        </p:txBody>
      </p:sp>
    </p:spTree>
  </p:cSld>
  <p:clrMap bg1="lt1" tx1="dk1" bg2="dk2" tx2="lt2" accent1="accent1" accent2="accent2" accent3="accent3" accent4="accent4" accent5="accent5" accent6="accent6" hlink="hlink" folHlink="folHlink"/>
  <p:sldLayoutIdLst>
    <p:sldLayoutId id="2147483648"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jpg"/><Relationship Id="rId4" Type="http://schemas.openxmlformats.org/officeDocument/2006/relationships/image" Target="../media/image4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1.jpg"/><Relationship Id="rId4" Type="http://schemas.openxmlformats.org/officeDocument/2006/relationships/image" Target="../media/image4.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1.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1.jpg"/><Relationship Id="rId4" Type="http://schemas.openxmlformats.org/officeDocument/2006/relationships/image" Target="../media/image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jp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0.png"/><Relationship Id="rId9" Type="http://schemas.openxmlformats.org/officeDocument/2006/relationships/image" Target="../media/image1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1.jpg"/><Relationship Id="rId4" Type="http://schemas.openxmlformats.org/officeDocument/2006/relationships/image" Target="../media/image12.png"/><Relationship Id="rId5" Type="http://schemas.openxmlformats.org/officeDocument/2006/relationships/image" Target="../media/image1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1.jpg"/><Relationship Id="rId4" Type="http://schemas.openxmlformats.org/officeDocument/2006/relationships/image" Target="../media/image14.png"/><Relationship Id="rId5" Type="http://schemas.openxmlformats.org/officeDocument/2006/relationships/image" Target="../media/image7.png"/><Relationship Id="rId6" Type="http://schemas.openxmlformats.org/officeDocument/2006/relationships/image" Target="../media/image15.png"/><Relationship Id="rId7" Type="http://schemas.openxmlformats.org/officeDocument/2006/relationships/image" Target="../media/image16.png"/><Relationship Id="rId8" Type="http://schemas.openxmlformats.org/officeDocument/2006/relationships/image" Target="../media/image17.png"/><Relationship Id="rId9" Type="http://schemas.openxmlformats.org/officeDocument/2006/relationships/image" Target="../media/image11.png"/><Relationship Id="rId10" Type="http://schemas.openxmlformats.org/officeDocument/2006/relationships/image" Target="../media/image18.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1.jpg"/><Relationship Id="rId4" Type="http://schemas.openxmlformats.org/officeDocument/2006/relationships/image" Target="../media/image19.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1.jpg"/><Relationship Id="rId4" Type="http://schemas.openxmlformats.org/officeDocument/2006/relationships/image" Target="../media/image11.png"/><Relationship Id="rId5" Type="http://schemas.openxmlformats.org/officeDocument/2006/relationships/image" Target="../media/image1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1.jpg"/><Relationship Id="rId4" Type="http://schemas.openxmlformats.org/officeDocument/2006/relationships/image" Target="../media/image20.jp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1.jpg"/><Relationship Id="rId4" Type="http://schemas.openxmlformats.org/officeDocument/2006/relationships/image" Target="../media/image21.png"/><Relationship Id="rId5" Type="http://schemas.openxmlformats.org/officeDocument/2006/relationships/image" Target="../media/image2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1.jpg"/><Relationship Id="rId4" Type="http://schemas.openxmlformats.org/officeDocument/2006/relationships/image" Target="../media/image23.png"/><Relationship Id="rId5" Type="http://schemas.openxmlformats.org/officeDocument/2006/relationships/image" Target="../media/image7.png"/><Relationship Id="rId6" Type="http://schemas.openxmlformats.org/officeDocument/2006/relationships/image" Target="../media/image16.png"/><Relationship Id="rId7" Type="http://schemas.openxmlformats.org/officeDocument/2006/relationships/image" Target="../media/image15.png"/><Relationship Id="rId8" Type="http://schemas.openxmlformats.org/officeDocument/2006/relationships/image" Target="../media/image24.png"/><Relationship Id="rId9" Type="http://schemas.openxmlformats.org/officeDocument/2006/relationships/image" Target="../media/image2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1.jpg"/><Relationship Id="rId4" Type="http://schemas.openxmlformats.org/officeDocument/2006/relationships/image" Target="../media/image2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1.jpg"/><Relationship Id="rId4" Type="http://schemas.openxmlformats.org/officeDocument/2006/relationships/image" Target="../media/image27.jp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1.jpg"/><Relationship Id="rId4" Type="http://schemas.openxmlformats.org/officeDocument/2006/relationships/image" Target="../media/image28.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1.jpg"/><Relationship Id="rId4" Type="http://schemas.openxmlformats.org/officeDocument/2006/relationships/image" Target="../media/image29.png"/><Relationship Id="rId5" Type="http://schemas.openxmlformats.org/officeDocument/2006/relationships/image" Target="../media/image16.png"/><Relationship Id="rId6" Type="http://schemas.openxmlformats.org/officeDocument/2006/relationships/image" Target="../media/image30.png"/><Relationship Id="rId7" Type="http://schemas.openxmlformats.org/officeDocument/2006/relationships/image" Target="../media/image31.png"/><Relationship Id="rId8" Type="http://schemas.openxmlformats.org/officeDocument/2006/relationships/image" Target="../media/image2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1.jpg"/><Relationship Id="rId4" Type="http://schemas.openxmlformats.org/officeDocument/2006/relationships/image" Target="../media/image32.jp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1.jp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1.jpg"/><Relationship Id="rId4" Type="http://schemas.openxmlformats.org/officeDocument/2006/relationships/image" Target="../media/image33.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1.jpg"/><Relationship Id="rId4" Type="http://schemas.openxmlformats.org/officeDocument/2006/relationships/image" Target="../media/image34.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image" Target="../media/image1.jpg"/><Relationship Id="rId4" Type="http://schemas.openxmlformats.org/officeDocument/2006/relationships/image" Target="../media/image35.png"/><Relationship Id="rId5" Type="http://schemas.openxmlformats.org/officeDocument/2006/relationships/image" Target="../media/image36.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image" Target="../media/image1.jp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 Id="rId3" Type="http://schemas.openxmlformats.org/officeDocument/2006/relationships/image" Target="../media/image1.jpg"/><Relationship Id="rId4" Type="http://schemas.openxmlformats.org/officeDocument/2006/relationships/image" Target="../media/image37.png"/><Relationship Id="rId5" Type="http://schemas.openxmlformats.org/officeDocument/2006/relationships/image" Target="../media/image38.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 Id="rId3" Type="http://schemas.openxmlformats.org/officeDocument/2006/relationships/image" Target="../media/image1.jpg"/><Relationship Id="rId4" Type="http://schemas.openxmlformats.org/officeDocument/2006/relationships/image" Target="../media/image39.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41.xml"/><Relationship Id="rId3" Type="http://schemas.openxmlformats.org/officeDocument/2006/relationships/image" Target="../media/image40.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 Id="rId3" Type="http://schemas.openxmlformats.org/officeDocument/2006/relationships/image" Target="../media/image1.jp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 Id="rId3" Type="http://schemas.openxmlformats.org/officeDocument/2006/relationships/image" Target="../media/image1.jp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 Id="rId3" Type="http://schemas.openxmlformats.org/officeDocument/2006/relationships/image" Target="../media/image1.jp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 Id="rId3" Type="http://schemas.openxmlformats.org/officeDocument/2006/relationships/image" Target="../media/image1.jp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 Id="rId3" Type="http://schemas.openxmlformats.org/officeDocument/2006/relationships/image" Target="../media/image1.jpg"/><Relationship Id="rId4" Type="http://schemas.openxmlformats.org/officeDocument/2006/relationships/hyperlink" Target="https://doi.org/10.34740/kaggle/dsv/13547765"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 Id="rId3" Type="http://schemas.openxmlformats.org/officeDocument/2006/relationships/image" Target="../media/image1.jp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 Id="rId3" Type="http://schemas.openxmlformats.org/officeDocument/2006/relationships/image" Target="../media/image1.jp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 Id="rId3" Type="http://schemas.openxmlformats.org/officeDocument/2006/relationships/image" Target="../media/image1.jp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 Id="rId3" Type="http://schemas.openxmlformats.org/officeDocument/2006/relationships/image" Target="../media/image1.jpg"/><Relationship Id="rId4" Type="http://schemas.openxmlformats.org/officeDocument/2006/relationships/image" Target="../media/image46.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 Id="rId3" Type="http://schemas.openxmlformats.org/officeDocument/2006/relationships/image" Target="../media/image1.jpg"/><Relationship Id="rId4" Type="http://schemas.openxmlformats.org/officeDocument/2006/relationships/image" Target="../media/image47.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 Id="rId3" Type="http://schemas.openxmlformats.org/officeDocument/2006/relationships/image" Target="../media/image1.jpg"/><Relationship Id="rId4" Type="http://schemas.openxmlformats.org/officeDocument/2006/relationships/image" Target="../media/image48.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 Id="rId3" Type="http://schemas.openxmlformats.org/officeDocument/2006/relationships/image" Target="../media/image1.jpg"/><Relationship Id="rId4" Type="http://schemas.openxmlformats.org/officeDocument/2006/relationships/image" Target="../media/image49.jpg"/><Relationship Id="rId5" Type="http://schemas.openxmlformats.org/officeDocument/2006/relationships/image" Target="../media/image50.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 Id="rId3" Type="http://schemas.openxmlformats.org/officeDocument/2006/relationships/image" Target="../media/image1.jpg"/><Relationship Id="rId4" Type="http://schemas.openxmlformats.org/officeDocument/2006/relationships/image" Target="../media/image4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 Id="rId3" Type="http://schemas.openxmlformats.org/officeDocument/2006/relationships/image" Target="../media/image1.jpg"/><Relationship Id="rId4" Type="http://schemas.openxmlformats.org/officeDocument/2006/relationships/image" Target="../media/image42.png"/><Relationship Id="rId5" Type="http://schemas.openxmlformats.org/officeDocument/2006/relationships/image" Target="../media/image5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 Id="rId3" Type="http://schemas.openxmlformats.org/officeDocument/2006/relationships/image" Target="../media/image1.jpg"/><Relationship Id="rId4" Type="http://schemas.openxmlformats.org/officeDocument/2006/relationships/image" Target="../media/image43.jp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 Id="rId3" Type="http://schemas.openxmlformats.org/officeDocument/2006/relationships/image" Target="../media/image1.jpg"/><Relationship Id="rId4" Type="http://schemas.openxmlformats.org/officeDocument/2006/relationships/image" Target="../media/image44.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 Id="rId3" Type="http://schemas.openxmlformats.org/officeDocument/2006/relationships/image" Target="../media/image1.jp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 Id="rId3" Type="http://schemas.openxmlformats.org/officeDocument/2006/relationships/hyperlink" Target="https://www.kaggle.com/datasets/aj1714/crowd-panic-dataset" TargetMode="External"/><Relationship Id="rId4" Type="http://schemas.openxmlformats.org/officeDocument/2006/relationships/image" Target="../media/image1.jp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 Id="rId3" Type="http://schemas.openxmlformats.org/officeDocument/2006/relationships/image" Target="../media/image1.jp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 Id="rId3" Type="http://schemas.openxmlformats.org/officeDocument/2006/relationships/image" Target="../media/image1.jp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 Id="rId3" Type="http://schemas.openxmlformats.org/officeDocument/2006/relationships/image" Target="../media/image1.jpg"/><Relationship Id="rId4" Type="http://schemas.openxmlformats.org/officeDocument/2006/relationships/image" Target="../media/image45.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 Id="rId3" Type="http://schemas.openxmlformats.org/officeDocument/2006/relationships/image" Target="../media/image1.jp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 Id="rId3" Type="http://schemas.openxmlformats.org/officeDocument/2006/relationships/image" Target="../media/image1.jp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 Id="rId3" Type="http://schemas.openxmlformats.org/officeDocument/2006/relationships/image" Target="../media/image1.jp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 Id="rId3" Type="http://schemas.openxmlformats.org/officeDocument/2006/relationships/image" Target="../media/image1.jp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4"/>
        <p:cNvGrpSpPr/>
        <p:nvPr/>
      </p:nvGrpSpPr>
      <p:grpSpPr>
        <a:xfrm>
          <a:off x="0" y="0"/>
          <a:ext cx="0" cy="0"/>
          <a:chOff x="0" y="0"/>
          <a:chExt cx="0" cy="0"/>
        </a:xfrm>
      </p:grpSpPr>
      <p:sp>
        <p:nvSpPr>
          <p:cNvPr id="85" name="Google Shape;85;p14"/>
          <p:cNvSpPr txBox="1">
            <a:spLocks noGrp="1"/>
          </p:cNvSpPr>
          <p:nvPr>
            <p:ph type="subTitle" idx="1"/>
          </p:nvPr>
        </p:nvSpPr>
        <p:spPr>
          <a:xfrm>
            <a:off x="641875" y="1416275"/>
            <a:ext cx="7826100" cy="989400"/>
          </a:xfrm>
          <a:prstGeom prst="rect">
            <a:avLst/>
          </a:prstGeom>
          <a:noFill/>
          <a:ln>
            <a:noFill/>
          </a:ln>
        </p:spPr>
        <p:txBody>
          <a:bodyPr spcFirstLastPara="1" wrap="square" lIns="91425" tIns="45700" rIns="91425" bIns="45700" anchor="t" anchorCtr="0">
            <a:noAutofit/>
          </a:bodyPr>
          <a:lstStyle/>
          <a:p>
            <a:pPr marL="0" lvl="0" indent="0" algn="ctr" rtl="0">
              <a:lnSpc>
                <a:spcPct val="100000"/>
              </a:lnSpc>
              <a:spcBef>
                <a:spcPts val="0"/>
              </a:spcBef>
              <a:spcAft>
                <a:spcPts val="0"/>
              </a:spcAft>
              <a:buClr>
                <a:schemeClr val="dk1"/>
              </a:buClr>
              <a:buSzPts val="2800"/>
              <a:buNone/>
            </a:pPr>
            <a:r>
              <a:rPr lang="en-GB" sz="2000" b="1" dirty="0">
                <a:solidFill>
                  <a:schemeClr val="dk1"/>
                </a:solidFill>
                <a:latin typeface="Times New Roman"/>
                <a:ea typeface="Times New Roman"/>
                <a:cs typeface="Times New Roman"/>
                <a:sym typeface="Times New Roman"/>
              </a:rPr>
              <a:t>Project Stage II Review I</a:t>
            </a:r>
            <a:endParaRPr sz="2000" b="1" dirty="0">
              <a:solidFill>
                <a:schemeClr val="dk1"/>
              </a:solidFill>
              <a:latin typeface="Times New Roman"/>
              <a:ea typeface="Times New Roman"/>
              <a:cs typeface="Times New Roman"/>
              <a:sym typeface="Times New Roman"/>
            </a:endParaRPr>
          </a:p>
          <a:p>
            <a:pPr marL="0" lvl="0" indent="0" algn="ctr" rtl="0">
              <a:lnSpc>
                <a:spcPct val="100000"/>
              </a:lnSpc>
              <a:spcBef>
                <a:spcPts val="0"/>
              </a:spcBef>
              <a:spcAft>
                <a:spcPts val="0"/>
              </a:spcAft>
              <a:buClr>
                <a:schemeClr val="dk1"/>
              </a:buClr>
              <a:buSzPts val="2800"/>
              <a:buNone/>
            </a:pPr>
            <a:r>
              <a:rPr lang="en-GB" sz="2000" b="1" dirty="0">
                <a:solidFill>
                  <a:schemeClr val="dk1"/>
                </a:solidFill>
                <a:latin typeface="Times New Roman"/>
                <a:ea typeface="Times New Roman"/>
                <a:cs typeface="Times New Roman"/>
                <a:sym typeface="Times New Roman"/>
              </a:rPr>
              <a:t>on</a:t>
            </a:r>
            <a:endParaRPr lang="en-IN" sz="2000" b="1" dirty="0">
              <a:solidFill>
                <a:schemeClr val="dk1"/>
              </a:solidFill>
              <a:latin typeface="Times New Roman"/>
              <a:ea typeface="Times New Roman"/>
              <a:cs typeface="Times New Roman"/>
              <a:sym typeface="Times New Roman"/>
            </a:endParaRPr>
          </a:p>
          <a:p>
            <a:pPr marL="0" lvl="0" indent="0" algn="ctr" rtl="0">
              <a:lnSpc>
                <a:spcPct val="100000"/>
              </a:lnSpc>
              <a:spcBef>
                <a:spcPts val="0"/>
              </a:spcBef>
              <a:spcAft>
                <a:spcPts val="0"/>
              </a:spcAft>
              <a:buClr>
                <a:schemeClr val="dk1"/>
              </a:buClr>
              <a:buSzPts val="2800"/>
              <a:buNone/>
            </a:pPr>
            <a:r>
              <a:rPr lang="en-US" sz="2000" b="1" dirty="0">
                <a:solidFill>
                  <a:schemeClr val="dk1"/>
                </a:solidFill>
                <a:latin typeface="Times New Roman"/>
                <a:ea typeface="Times New Roman"/>
                <a:cs typeface="Times New Roman"/>
                <a:sym typeface="Times New Roman"/>
              </a:rPr>
              <a:t> Image Geolocation and Hazard-Aware Response</a:t>
            </a:r>
            <a:endParaRPr lang="en-IN" sz="2500" dirty="0">
              <a:solidFill>
                <a:schemeClr val="dk1"/>
              </a:solidFill>
              <a:latin typeface="Times New Roman"/>
              <a:ea typeface="Times New Roman"/>
              <a:cs typeface="Times New Roman"/>
              <a:sym typeface="Times New Roman"/>
            </a:endParaRPr>
          </a:p>
          <a:p>
            <a:pPr marL="0" lvl="0" indent="0" algn="ctr" rtl="0">
              <a:lnSpc>
                <a:spcPct val="100000"/>
              </a:lnSpc>
              <a:spcBef>
                <a:spcPts val="560"/>
              </a:spcBef>
              <a:spcAft>
                <a:spcPts val="0"/>
              </a:spcAft>
              <a:buClr>
                <a:srgbClr val="888888"/>
              </a:buClr>
              <a:buSzPts val="2800"/>
              <a:buNone/>
            </a:pPr>
            <a:endParaRPr sz="2500" b="0" i="0" u="none" dirty="0">
              <a:solidFill>
                <a:schemeClr val="dk1"/>
              </a:solidFill>
              <a:latin typeface="Times New Roman"/>
              <a:ea typeface="Times New Roman"/>
              <a:cs typeface="Times New Roman"/>
              <a:sym typeface="Times New Roman"/>
            </a:endParaRPr>
          </a:p>
          <a:p>
            <a:pPr marL="0" lvl="0" indent="0" algn="ctr" rtl="0">
              <a:lnSpc>
                <a:spcPct val="100000"/>
              </a:lnSpc>
              <a:spcBef>
                <a:spcPts val="560"/>
              </a:spcBef>
              <a:spcAft>
                <a:spcPts val="0"/>
              </a:spcAft>
              <a:buClr>
                <a:srgbClr val="888888"/>
              </a:buClr>
              <a:buSzPts val="2800"/>
              <a:buNone/>
            </a:pPr>
            <a:endParaRPr sz="2800" b="0" i="0" u="none" dirty="0">
              <a:solidFill>
                <a:schemeClr val="dk1"/>
              </a:solidFill>
              <a:latin typeface="Times New Roman"/>
              <a:ea typeface="Times New Roman"/>
              <a:cs typeface="Times New Roman"/>
              <a:sym typeface="Times New Roman"/>
            </a:endParaRPr>
          </a:p>
        </p:txBody>
      </p:sp>
      <p:sp>
        <p:nvSpPr>
          <p:cNvPr id="86" name="Google Shape;86;p14"/>
          <p:cNvSpPr txBox="1"/>
          <p:nvPr/>
        </p:nvSpPr>
        <p:spPr>
          <a:xfrm>
            <a:off x="0" y="914400"/>
            <a:ext cx="9144000" cy="57150"/>
          </a:xfrm>
          <a:prstGeom prst="rect">
            <a:avLst/>
          </a:prstGeom>
          <a:solidFill>
            <a:schemeClr val="accent2">
              <a:alpha val="47843"/>
            </a:schemeClr>
          </a:solidFill>
          <a:ln w="25400" cap="flat" cmpd="sng">
            <a:solidFill>
              <a:srgbClr val="A0D3E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800"/>
              <a:buFont typeface="Arial"/>
              <a:buNone/>
            </a:pPr>
            <a:endParaRPr sz="1800" b="0" i="0" u="none" strike="noStrike" cap="none">
              <a:solidFill>
                <a:schemeClr val="dk1"/>
              </a:solidFill>
              <a:latin typeface="Arial"/>
              <a:ea typeface="Arial"/>
              <a:cs typeface="Arial"/>
              <a:sym typeface="Arial"/>
            </a:endParaRPr>
          </a:p>
        </p:txBody>
      </p:sp>
      <p:sp>
        <p:nvSpPr>
          <p:cNvPr id="87" name="Google Shape;87;p14"/>
          <p:cNvSpPr txBox="1"/>
          <p:nvPr/>
        </p:nvSpPr>
        <p:spPr>
          <a:xfrm>
            <a:off x="0" y="983453"/>
            <a:ext cx="9144000" cy="529800"/>
          </a:xfrm>
          <a:prstGeom prst="rect">
            <a:avLst/>
          </a:prstGeom>
          <a:solidFill>
            <a:srgbClr val="005EA4"/>
          </a:solid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800"/>
              <a:buFont typeface="Arial"/>
              <a:buNone/>
            </a:pPr>
            <a:endParaRPr sz="1800" b="0" i="0" u="none" strike="noStrike" cap="none">
              <a:solidFill>
                <a:schemeClr val="dk1"/>
              </a:solidFill>
              <a:latin typeface="Arial"/>
              <a:ea typeface="Arial"/>
              <a:cs typeface="Arial"/>
              <a:sym typeface="Arial"/>
            </a:endParaRPr>
          </a:p>
        </p:txBody>
      </p:sp>
      <p:sp>
        <p:nvSpPr>
          <p:cNvPr id="88" name="Google Shape;88;p14"/>
          <p:cNvSpPr txBox="1"/>
          <p:nvPr/>
        </p:nvSpPr>
        <p:spPr>
          <a:xfrm>
            <a:off x="-110225" y="1066800"/>
            <a:ext cx="9330300" cy="44640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chemeClr val="lt1"/>
              </a:buClr>
              <a:buSzPts val="2400"/>
              <a:buFont typeface="Times New Roman"/>
              <a:buNone/>
            </a:pPr>
            <a:r>
              <a:rPr lang="en-GB" sz="2300" b="0" i="0" u="none" strike="noStrike" cap="none">
                <a:solidFill>
                  <a:schemeClr val="lt1"/>
                </a:solidFill>
                <a:latin typeface="Times New Roman"/>
                <a:ea typeface="Times New Roman"/>
                <a:cs typeface="Times New Roman"/>
                <a:sym typeface="Times New Roman"/>
              </a:rPr>
              <a:t>A Project Presentation for the Degree of  Bachelor in Computer Engineering</a:t>
            </a:r>
            <a:endParaRPr sz="2400" b="0" i="0" u="none" strike="noStrike" cap="none">
              <a:solidFill>
                <a:schemeClr val="lt1"/>
              </a:solidFill>
              <a:latin typeface="Times New Roman"/>
              <a:ea typeface="Times New Roman"/>
              <a:cs typeface="Times New Roman"/>
              <a:sym typeface="Times New Roman"/>
            </a:endParaRPr>
          </a:p>
        </p:txBody>
      </p:sp>
      <p:sp>
        <p:nvSpPr>
          <p:cNvPr id="89" name="Google Shape;89;p14"/>
          <p:cNvSpPr txBox="1"/>
          <p:nvPr/>
        </p:nvSpPr>
        <p:spPr>
          <a:xfrm>
            <a:off x="533400" y="2634275"/>
            <a:ext cx="8610600" cy="215670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246172"/>
              </a:buClr>
              <a:buSzPts val="2000"/>
              <a:buFont typeface="Times New Roman"/>
              <a:buNone/>
            </a:pPr>
            <a:r>
              <a:rPr lang="en-GB" sz="1900" b="1" i="0" u="none" strike="noStrike" cap="none" dirty="0">
                <a:solidFill>
                  <a:srgbClr val="246172"/>
                </a:solidFill>
                <a:latin typeface="Times New Roman"/>
                <a:ea typeface="Times New Roman"/>
                <a:cs typeface="Times New Roman"/>
                <a:sym typeface="Times New Roman"/>
              </a:rPr>
              <a:t>Group Member Name</a:t>
            </a:r>
            <a:endParaRPr sz="1900" b="1" i="0" u="none" strike="noStrike" cap="none" dirty="0">
              <a:solidFill>
                <a:srgbClr val="246172"/>
              </a:solidFill>
              <a:latin typeface="Times New Roman"/>
              <a:ea typeface="Times New Roman"/>
              <a:cs typeface="Times New Roman"/>
              <a:sym typeface="Times New Roman"/>
            </a:endParaRPr>
          </a:p>
          <a:p>
            <a:pPr marL="0" marR="0" lvl="0" indent="457200" algn="l" rtl="0">
              <a:lnSpc>
                <a:spcPct val="100000"/>
              </a:lnSpc>
              <a:spcBef>
                <a:spcPts val="0"/>
              </a:spcBef>
              <a:spcAft>
                <a:spcPts val="0"/>
              </a:spcAft>
              <a:buClr>
                <a:srgbClr val="246172"/>
              </a:buClr>
              <a:buSzPts val="2000"/>
              <a:buFont typeface="Times New Roman"/>
              <a:buNone/>
            </a:pPr>
            <a:r>
              <a:rPr lang="en-GB" sz="1900" b="0" i="0" u="none" strike="noStrike" cap="none" dirty="0">
                <a:solidFill>
                  <a:srgbClr val="246172"/>
                </a:solidFill>
                <a:latin typeface="Times New Roman"/>
                <a:ea typeface="Times New Roman"/>
                <a:cs typeface="Times New Roman"/>
                <a:sym typeface="Times New Roman"/>
              </a:rPr>
              <a:t>1) </a:t>
            </a:r>
            <a:r>
              <a:rPr lang="en-GB" sz="1900" dirty="0">
                <a:solidFill>
                  <a:srgbClr val="246172"/>
                </a:solidFill>
                <a:latin typeface="Times New Roman"/>
                <a:ea typeface="Times New Roman"/>
                <a:cs typeface="Times New Roman"/>
                <a:sym typeface="Times New Roman"/>
              </a:rPr>
              <a:t>Bhargav Dave</a:t>
            </a:r>
            <a:r>
              <a:rPr lang="en-GB" sz="1900" b="0" i="0" u="none" strike="noStrike" cap="none" dirty="0">
                <a:solidFill>
                  <a:srgbClr val="246172"/>
                </a:solidFill>
                <a:latin typeface="Times New Roman"/>
                <a:ea typeface="Times New Roman"/>
                <a:cs typeface="Times New Roman"/>
                <a:sym typeface="Times New Roman"/>
              </a:rPr>
              <a:t>		3) </a:t>
            </a:r>
            <a:r>
              <a:rPr lang="en-GB" sz="1900" dirty="0">
                <a:solidFill>
                  <a:srgbClr val="246172"/>
                </a:solidFill>
                <a:latin typeface="Times New Roman"/>
                <a:ea typeface="Times New Roman"/>
                <a:cs typeface="Times New Roman"/>
                <a:sym typeface="Times New Roman"/>
              </a:rPr>
              <a:t>Nibodh </a:t>
            </a:r>
            <a:r>
              <a:rPr lang="en-GB" sz="1900" dirty="0" err="1">
                <a:solidFill>
                  <a:srgbClr val="246172"/>
                </a:solidFill>
                <a:latin typeface="Times New Roman"/>
                <a:ea typeface="Times New Roman"/>
                <a:cs typeface="Times New Roman"/>
                <a:sym typeface="Times New Roman"/>
              </a:rPr>
              <a:t>Daware</a:t>
            </a:r>
            <a:endParaRPr sz="1300" b="0" i="0" u="none" strike="noStrike" cap="none" dirty="0">
              <a:solidFill>
                <a:srgbClr val="000000"/>
              </a:solidFill>
              <a:latin typeface="Arial"/>
              <a:ea typeface="Arial"/>
              <a:cs typeface="Arial"/>
              <a:sym typeface="Arial"/>
            </a:endParaRPr>
          </a:p>
          <a:p>
            <a:pPr marL="0" marR="0" lvl="0" indent="457200" algn="l" rtl="0">
              <a:lnSpc>
                <a:spcPct val="100000"/>
              </a:lnSpc>
              <a:spcBef>
                <a:spcPts val="0"/>
              </a:spcBef>
              <a:spcAft>
                <a:spcPts val="0"/>
              </a:spcAft>
              <a:buClr>
                <a:srgbClr val="246172"/>
              </a:buClr>
              <a:buSzPts val="2000"/>
              <a:buFont typeface="Times New Roman"/>
              <a:buNone/>
            </a:pPr>
            <a:r>
              <a:rPr lang="en-GB" sz="1900" b="0" i="0" u="none" strike="noStrike" cap="none" dirty="0">
                <a:solidFill>
                  <a:srgbClr val="246172"/>
                </a:solidFill>
                <a:latin typeface="Times New Roman"/>
                <a:ea typeface="Times New Roman"/>
                <a:cs typeface="Times New Roman"/>
                <a:sym typeface="Times New Roman"/>
              </a:rPr>
              <a:t>2) </a:t>
            </a:r>
            <a:r>
              <a:rPr lang="en-GB" sz="1900" dirty="0">
                <a:solidFill>
                  <a:srgbClr val="246172"/>
                </a:solidFill>
                <a:latin typeface="Times New Roman"/>
                <a:ea typeface="Times New Roman"/>
                <a:cs typeface="Times New Roman"/>
                <a:sym typeface="Times New Roman"/>
              </a:rPr>
              <a:t>Kiran Raut </a:t>
            </a:r>
            <a:r>
              <a:rPr lang="en-GB" sz="1900" b="0" i="0" u="none" strike="noStrike" cap="none" dirty="0">
                <a:solidFill>
                  <a:srgbClr val="246172"/>
                </a:solidFill>
                <a:latin typeface="Times New Roman"/>
                <a:ea typeface="Times New Roman"/>
                <a:cs typeface="Times New Roman"/>
                <a:sym typeface="Times New Roman"/>
              </a:rPr>
              <a:t>		4) </a:t>
            </a:r>
            <a:r>
              <a:rPr lang="en-GB" sz="1900" dirty="0">
                <a:solidFill>
                  <a:srgbClr val="246172"/>
                </a:solidFill>
                <a:latin typeface="Times New Roman"/>
                <a:ea typeface="Times New Roman"/>
                <a:cs typeface="Times New Roman"/>
                <a:sym typeface="Times New Roman"/>
              </a:rPr>
              <a:t>Shreyash Borge</a:t>
            </a:r>
            <a:endParaRPr sz="1900" b="0" i="0" u="none" strike="noStrike" cap="none" dirty="0">
              <a:solidFill>
                <a:srgbClr val="246172"/>
              </a:solidFill>
              <a:latin typeface="Times New Roman"/>
              <a:ea typeface="Times New Roman"/>
              <a:cs typeface="Times New Roman"/>
              <a:sym typeface="Times New Roman"/>
            </a:endParaRPr>
          </a:p>
          <a:p>
            <a:pPr marL="0" marR="0" lvl="0" indent="457200" algn="l" rtl="0">
              <a:lnSpc>
                <a:spcPct val="100000"/>
              </a:lnSpc>
              <a:spcBef>
                <a:spcPts val="0"/>
              </a:spcBef>
              <a:spcAft>
                <a:spcPts val="0"/>
              </a:spcAft>
              <a:buClr>
                <a:srgbClr val="246172"/>
              </a:buClr>
              <a:buSzPts val="2000"/>
              <a:buFont typeface="Times New Roman"/>
              <a:buNone/>
            </a:pPr>
            <a:endParaRPr sz="1100" b="0" i="0" u="none" strike="noStrike" cap="none" dirty="0">
              <a:solidFill>
                <a:srgbClr val="246172"/>
              </a:solidFill>
              <a:latin typeface="Times New Roman"/>
              <a:ea typeface="Times New Roman"/>
              <a:cs typeface="Times New Roman"/>
              <a:sym typeface="Times New Roman"/>
            </a:endParaRPr>
          </a:p>
          <a:p>
            <a:pPr marL="0" marR="0" lvl="0" indent="0" algn="l" rtl="0">
              <a:lnSpc>
                <a:spcPct val="100000"/>
              </a:lnSpc>
              <a:spcBef>
                <a:spcPts val="0"/>
              </a:spcBef>
              <a:spcAft>
                <a:spcPts val="0"/>
              </a:spcAft>
              <a:buClr>
                <a:srgbClr val="246172"/>
              </a:buClr>
              <a:buSzPts val="2000"/>
              <a:buFont typeface="Times New Roman"/>
              <a:buNone/>
            </a:pPr>
            <a:r>
              <a:rPr lang="en-GB" sz="1900" b="1" i="0" u="none" strike="noStrike" cap="none" dirty="0">
                <a:solidFill>
                  <a:srgbClr val="246172"/>
                </a:solidFill>
                <a:latin typeface="Times New Roman"/>
                <a:ea typeface="Times New Roman"/>
                <a:cs typeface="Times New Roman"/>
                <a:sym typeface="Times New Roman"/>
              </a:rPr>
              <a:t>Under the Guidance of</a:t>
            </a:r>
            <a:endParaRPr sz="1900" b="1" i="0" u="none" strike="noStrike" cap="none" dirty="0">
              <a:solidFill>
                <a:srgbClr val="246172"/>
              </a:solidFill>
              <a:latin typeface="Times New Roman"/>
              <a:ea typeface="Times New Roman"/>
              <a:cs typeface="Times New Roman"/>
              <a:sym typeface="Times New Roman"/>
            </a:endParaRPr>
          </a:p>
          <a:p>
            <a:pPr marL="0" marR="0" lvl="0" indent="457200" algn="l" rtl="0">
              <a:lnSpc>
                <a:spcPct val="115000"/>
              </a:lnSpc>
              <a:spcBef>
                <a:spcPts val="0"/>
              </a:spcBef>
              <a:spcAft>
                <a:spcPts val="0"/>
              </a:spcAft>
              <a:buClr>
                <a:srgbClr val="000000"/>
              </a:buClr>
              <a:buSzPts val="1900"/>
              <a:buFont typeface="Arial"/>
              <a:buNone/>
            </a:pPr>
            <a:r>
              <a:rPr lang="en-GB" sz="1900" dirty="0">
                <a:solidFill>
                  <a:srgbClr val="246172"/>
                </a:solidFill>
                <a:latin typeface="Times New Roman"/>
                <a:cs typeface="Times New Roman"/>
                <a:sym typeface="Times New Roman"/>
              </a:rPr>
              <a:t>Mrs. Dipti S. Chaudhari</a:t>
            </a:r>
            <a:endParaRPr sz="1300" b="0" i="0" u="none" strike="noStrike" cap="none" dirty="0">
              <a:solidFill>
                <a:srgbClr val="000000"/>
              </a:solidFill>
              <a:latin typeface="Arial"/>
              <a:ea typeface="Arial"/>
              <a:cs typeface="Arial"/>
              <a:sym typeface="Arial"/>
            </a:endParaRPr>
          </a:p>
          <a:p>
            <a:pPr marL="0" marR="0" lvl="0" indent="0" algn="l" rtl="0">
              <a:lnSpc>
                <a:spcPct val="115000"/>
              </a:lnSpc>
              <a:spcBef>
                <a:spcPts val="0"/>
              </a:spcBef>
              <a:spcAft>
                <a:spcPts val="0"/>
              </a:spcAft>
              <a:buClr>
                <a:srgbClr val="246172"/>
              </a:buClr>
              <a:buSzPts val="2000"/>
              <a:buFont typeface="Times New Roman"/>
              <a:buNone/>
            </a:pPr>
            <a:r>
              <a:rPr lang="en-GB" sz="1800" b="0" i="0" u="none" strike="noStrike" cap="none" dirty="0">
                <a:solidFill>
                  <a:srgbClr val="246172"/>
                </a:solidFill>
                <a:latin typeface="Times New Roman"/>
                <a:ea typeface="Times New Roman"/>
                <a:cs typeface="Times New Roman"/>
                <a:sym typeface="Times New Roman"/>
              </a:rPr>
              <a:t>Pimpri Chinchwad College Of Engineering &amp; Research</a:t>
            </a:r>
            <a:r>
              <a:rPr lang="en-GB" sz="2200" b="0" i="0" u="none" strike="noStrike" cap="none" dirty="0">
                <a:solidFill>
                  <a:srgbClr val="246172"/>
                </a:solidFill>
                <a:latin typeface="Times New Roman"/>
                <a:ea typeface="Times New Roman"/>
                <a:cs typeface="Times New Roman"/>
                <a:sym typeface="Times New Roman"/>
              </a:rPr>
              <a:t> </a:t>
            </a:r>
            <a:endParaRPr sz="1600" b="0" i="0" u="none" strike="noStrike" cap="none" dirty="0">
              <a:solidFill>
                <a:srgbClr val="000000"/>
              </a:solidFill>
              <a:latin typeface="Arial"/>
              <a:ea typeface="Arial"/>
              <a:cs typeface="Arial"/>
              <a:sym typeface="Arial"/>
            </a:endParaRPr>
          </a:p>
        </p:txBody>
      </p:sp>
      <p:sp>
        <p:nvSpPr>
          <p:cNvPr id="90" name="Google Shape;90;p14"/>
          <p:cNvSpPr txBox="1"/>
          <p:nvPr/>
        </p:nvSpPr>
        <p:spPr>
          <a:xfrm>
            <a:off x="6553200" y="4767263"/>
            <a:ext cx="2133600" cy="273844"/>
          </a:xfrm>
          <a:prstGeom prst="rect">
            <a:avLst/>
          </a:prstGeom>
          <a:noFill/>
          <a:ln>
            <a:noFill/>
          </a:ln>
        </p:spPr>
        <p:txBody>
          <a:bodyPr spcFirstLastPara="1" wrap="square" lIns="91425" tIns="45700" rIns="91425" bIns="45700" anchor="ctr" anchorCtr="0">
            <a:noAutofit/>
          </a:bodyPr>
          <a:lstStyle/>
          <a:p>
            <a:pPr marL="0" marR="0" lvl="0" indent="0" algn="r" rtl="0">
              <a:lnSpc>
                <a:spcPct val="100000"/>
              </a:lnSpc>
              <a:spcBef>
                <a:spcPts val="0"/>
              </a:spcBef>
              <a:spcAft>
                <a:spcPts val="0"/>
              </a:spcAft>
              <a:buClr>
                <a:srgbClr val="898989"/>
              </a:buClr>
              <a:buSzPts val="1200"/>
              <a:buFont typeface="Calibri"/>
              <a:buNone/>
            </a:pPr>
            <a:fld id="{00000000-1234-1234-1234-123412341234}" type="slidenum">
              <a:rPr lang="en-GB" sz="1200" b="0" i="0" u="none" strike="noStrike" cap="none">
                <a:solidFill>
                  <a:srgbClr val="898989"/>
                </a:solidFill>
                <a:latin typeface="Calibri"/>
                <a:ea typeface="Calibri"/>
                <a:cs typeface="Calibri"/>
                <a:sym typeface="Calibri"/>
              </a:rPr>
              <a:t>1</a:t>
            </a:fld>
            <a:endParaRPr sz="1400" b="0" i="0" u="none" strike="noStrike" cap="none">
              <a:solidFill>
                <a:srgbClr val="000000"/>
              </a:solidFill>
              <a:latin typeface="Arial"/>
              <a:ea typeface="Arial"/>
              <a:cs typeface="Arial"/>
              <a:sym typeface="Arial"/>
            </a:endParaRPr>
          </a:p>
        </p:txBody>
      </p:sp>
      <p:pic>
        <p:nvPicPr>
          <p:cNvPr id="91" name="Google Shape;91;p14" descr="C:\Users\DELL\Desktop\pccoer.jpg"/>
          <p:cNvPicPr preferRelativeResize="0"/>
          <p:nvPr/>
        </p:nvPicPr>
        <p:blipFill rotWithShape="1">
          <a:blip r:embed="rId3">
            <a:alphaModFix/>
          </a:blip>
          <a:srcRect/>
          <a:stretch/>
        </p:blipFill>
        <p:spPr>
          <a:xfrm>
            <a:off x="3869125" y="24300"/>
            <a:ext cx="1371600" cy="910828"/>
          </a:xfrm>
          <a:prstGeom prst="rect">
            <a:avLst/>
          </a:prstGeom>
          <a:noFill/>
          <a:ln>
            <a:noFill/>
          </a:ln>
        </p:spPr>
      </p:pic>
      <p:sp>
        <p:nvSpPr>
          <p:cNvPr id="92" name="Google Shape;92;p14"/>
          <p:cNvSpPr txBox="1"/>
          <p:nvPr/>
        </p:nvSpPr>
        <p:spPr>
          <a:xfrm>
            <a:off x="658950" y="4768650"/>
            <a:ext cx="7826100" cy="36930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246172"/>
              </a:buClr>
              <a:buSzPts val="1800"/>
              <a:buFont typeface="Times New Roman"/>
              <a:buNone/>
            </a:pPr>
            <a:r>
              <a:rPr lang="en-GB" sz="1800" b="1" i="0" u="none" strike="noStrike" cap="none">
                <a:solidFill>
                  <a:srgbClr val="246172"/>
                </a:solidFill>
                <a:latin typeface="Times New Roman"/>
                <a:ea typeface="Times New Roman"/>
                <a:cs typeface="Times New Roman"/>
                <a:sym typeface="Times New Roman"/>
              </a:rPr>
              <a:t>A.Y 2025-2026</a:t>
            </a:r>
            <a:endParaRPr sz="1400" b="0" i="0" u="none" strike="noStrike" cap="none">
              <a:solidFill>
                <a:srgbClr val="000000"/>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6"/>
        <p:cNvGrpSpPr/>
        <p:nvPr/>
      </p:nvGrpSpPr>
      <p:grpSpPr>
        <a:xfrm>
          <a:off x="0" y="0"/>
          <a:ext cx="0" cy="0"/>
          <a:chOff x="0" y="0"/>
          <a:chExt cx="0" cy="0"/>
        </a:xfrm>
      </p:grpSpPr>
      <p:sp>
        <p:nvSpPr>
          <p:cNvPr id="97" name="Google Shape;97;p15"/>
          <p:cNvSpPr txBox="1"/>
          <p:nvPr/>
        </p:nvSpPr>
        <p:spPr>
          <a:xfrm>
            <a:off x="0" y="938975"/>
            <a:ext cx="9144000" cy="57300"/>
          </a:xfrm>
          <a:prstGeom prst="rect">
            <a:avLst/>
          </a:prstGeom>
          <a:solidFill>
            <a:schemeClr val="accent2">
              <a:alpha val="47843"/>
            </a:schemeClr>
          </a:solidFill>
          <a:ln w="25400" cap="flat" cmpd="sng">
            <a:solidFill>
              <a:srgbClr val="A0D3E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800"/>
              <a:buFont typeface="Arial"/>
              <a:buNone/>
            </a:pPr>
            <a:endParaRPr sz="1800" b="0" i="0" u="none" strike="noStrike" cap="none">
              <a:solidFill>
                <a:schemeClr val="dk1"/>
              </a:solidFill>
              <a:latin typeface="Arial"/>
              <a:ea typeface="Arial"/>
              <a:cs typeface="Arial"/>
              <a:sym typeface="Arial"/>
            </a:endParaRPr>
          </a:p>
        </p:txBody>
      </p:sp>
      <p:sp>
        <p:nvSpPr>
          <p:cNvPr id="98" name="Google Shape;98;p15"/>
          <p:cNvSpPr txBox="1"/>
          <p:nvPr/>
        </p:nvSpPr>
        <p:spPr>
          <a:xfrm>
            <a:off x="666600" y="996275"/>
            <a:ext cx="7810800" cy="4062000"/>
          </a:xfrm>
          <a:prstGeom prst="rect">
            <a:avLst/>
          </a:prstGeom>
          <a:noFill/>
          <a:ln>
            <a:noFill/>
          </a:ln>
        </p:spPr>
        <p:txBody>
          <a:bodyPr spcFirstLastPara="1" wrap="square" lIns="91425" tIns="45700" rIns="91425" bIns="45700" anchor="t" anchorCtr="0">
            <a:normAutofit fontScale="70000" lnSpcReduction="20000"/>
          </a:bodyPr>
          <a:lstStyle/>
          <a:p>
            <a:pPr marL="0" marR="0" lvl="0" indent="0" algn="l" rtl="0">
              <a:lnSpc>
                <a:spcPct val="100000"/>
              </a:lnSpc>
              <a:spcBef>
                <a:spcPts val="0"/>
              </a:spcBef>
              <a:spcAft>
                <a:spcPts val="0"/>
              </a:spcAft>
              <a:buClr>
                <a:schemeClr val="dk1"/>
              </a:buClr>
              <a:buSzPct val="85714"/>
              <a:buFont typeface="Times New Roman"/>
              <a:buNone/>
            </a:pPr>
            <a:r>
              <a:rPr lang="en-GB" sz="2800" b="1" i="0" u="none" strike="noStrike" cap="none">
                <a:solidFill>
                  <a:schemeClr val="dk1"/>
                </a:solidFill>
                <a:latin typeface="Times New Roman"/>
                <a:ea typeface="Times New Roman"/>
                <a:cs typeface="Times New Roman"/>
                <a:sym typeface="Times New Roman"/>
              </a:rPr>
              <a:t>   </a:t>
            </a:r>
            <a:r>
              <a:rPr lang="en-GB" sz="2500" b="1" i="0" u="none" strike="noStrike" cap="none">
                <a:solidFill>
                  <a:schemeClr val="dk1"/>
                </a:solidFill>
                <a:latin typeface="Times New Roman"/>
                <a:ea typeface="Times New Roman"/>
                <a:cs typeface="Times New Roman"/>
                <a:sym typeface="Times New Roman"/>
              </a:rPr>
              <a:t> OUTLINE</a:t>
            </a:r>
            <a:endParaRPr sz="1800" b="0" i="0" u="none" strike="noStrike" cap="none">
              <a:solidFill>
                <a:srgbClr val="000000"/>
              </a:solidFill>
              <a:latin typeface="Times New Roman"/>
              <a:ea typeface="Times New Roman"/>
              <a:cs typeface="Times New Roman"/>
              <a:sym typeface="Times New Roman"/>
            </a:endParaRPr>
          </a:p>
          <a:p>
            <a:pPr marL="148590" marR="0" lvl="0" indent="0" algn="l" rtl="0">
              <a:lnSpc>
                <a:spcPct val="115000"/>
              </a:lnSpc>
              <a:spcBef>
                <a:spcPts val="0"/>
              </a:spcBef>
              <a:spcAft>
                <a:spcPts val="0"/>
              </a:spcAft>
              <a:buClr>
                <a:srgbClr val="000000"/>
              </a:buClr>
              <a:buSzPct val="100000"/>
              <a:buFont typeface="Arial"/>
              <a:buNone/>
            </a:pPr>
            <a:endParaRPr sz="1800" b="0" i="0" u="none" strike="noStrike" cap="none">
              <a:solidFill>
                <a:srgbClr val="000000"/>
              </a:solidFill>
              <a:latin typeface="Times New Roman"/>
              <a:ea typeface="Times New Roman"/>
              <a:cs typeface="Times New Roman"/>
              <a:sym typeface="Times New Roman"/>
            </a:endParaRPr>
          </a:p>
          <a:p>
            <a:pPr marL="457200" marR="0" lvl="0" indent="-308610" algn="l" rtl="0">
              <a:lnSpc>
                <a:spcPct val="115000"/>
              </a:lnSpc>
              <a:spcBef>
                <a:spcPts val="0"/>
              </a:spcBef>
              <a:spcAft>
                <a:spcPts val="0"/>
              </a:spcAft>
              <a:buClr>
                <a:srgbClr val="000000"/>
              </a:buClr>
              <a:buSzPct val="100000"/>
              <a:buFont typeface="Times New Roman"/>
              <a:buChar char="➔"/>
            </a:pPr>
            <a:r>
              <a:rPr lang="en-GB" sz="1800" b="0" i="0" u="none" strike="noStrike" cap="none">
                <a:solidFill>
                  <a:srgbClr val="000000"/>
                </a:solidFill>
                <a:latin typeface="Times New Roman"/>
                <a:ea typeface="Times New Roman"/>
                <a:cs typeface="Times New Roman"/>
                <a:sym typeface="Times New Roman"/>
              </a:rPr>
              <a:t>Introduction</a:t>
            </a:r>
            <a:endParaRPr sz="1400" b="0" i="0" u="none" strike="noStrike" cap="none">
              <a:solidFill>
                <a:srgbClr val="000000"/>
              </a:solidFill>
              <a:latin typeface="Arial"/>
              <a:ea typeface="Arial"/>
              <a:cs typeface="Arial"/>
              <a:sym typeface="Arial"/>
            </a:endParaRPr>
          </a:p>
          <a:p>
            <a:pPr marL="457200" marR="0" lvl="0" indent="-308610" algn="l" rtl="0">
              <a:lnSpc>
                <a:spcPct val="115000"/>
              </a:lnSpc>
              <a:spcBef>
                <a:spcPts val="0"/>
              </a:spcBef>
              <a:spcAft>
                <a:spcPts val="0"/>
              </a:spcAft>
              <a:buClr>
                <a:srgbClr val="000000"/>
              </a:buClr>
              <a:buSzPct val="100000"/>
              <a:buFont typeface="Times New Roman"/>
              <a:buChar char="➔"/>
            </a:pPr>
            <a:r>
              <a:rPr lang="en-GB" sz="1800" b="0" i="0" u="none" strike="noStrike" cap="none">
                <a:solidFill>
                  <a:srgbClr val="000000"/>
                </a:solidFill>
                <a:latin typeface="Times New Roman"/>
                <a:ea typeface="Times New Roman"/>
                <a:cs typeface="Times New Roman"/>
                <a:sym typeface="Times New Roman"/>
              </a:rPr>
              <a:t>Challenges</a:t>
            </a:r>
            <a:endParaRPr sz="1400" b="0" i="0" u="none" strike="noStrike" cap="none">
              <a:solidFill>
                <a:srgbClr val="000000"/>
              </a:solidFill>
              <a:latin typeface="Arial"/>
              <a:ea typeface="Arial"/>
              <a:cs typeface="Arial"/>
              <a:sym typeface="Arial"/>
            </a:endParaRPr>
          </a:p>
          <a:p>
            <a:pPr marL="457200" marR="0" lvl="0" indent="-308610" algn="l" rtl="0">
              <a:lnSpc>
                <a:spcPct val="115000"/>
              </a:lnSpc>
              <a:spcBef>
                <a:spcPts val="0"/>
              </a:spcBef>
              <a:spcAft>
                <a:spcPts val="0"/>
              </a:spcAft>
              <a:buClr>
                <a:srgbClr val="000000"/>
              </a:buClr>
              <a:buSzPct val="100000"/>
              <a:buFont typeface="Times New Roman"/>
              <a:buChar char="➔"/>
            </a:pPr>
            <a:r>
              <a:rPr lang="en-GB" sz="1800" b="0" i="0" u="none" strike="noStrike" cap="none">
                <a:solidFill>
                  <a:srgbClr val="000000"/>
                </a:solidFill>
                <a:latin typeface="Times New Roman"/>
                <a:ea typeface="Times New Roman"/>
                <a:cs typeface="Times New Roman"/>
                <a:sym typeface="Times New Roman"/>
              </a:rPr>
              <a:t>Objectives</a:t>
            </a:r>
            <a:endParaRPr sz="1400" b="0" i="0" u="none" strike="noStrike" cap="none">
              <a:solidFill>
                <a:srgbClr val="000000"/>
              </a:solidFill>
              <a:latin typeface="Arial"/>
              <a:ea typeface="Arial"/>
              <a:cs typeface="Arial"/>
              <a:sym typeface="Arial"/>
            </a:endParaRPr>
          </a:p>
          <a:p>
            <a:pPr marL="457200" marR="0" lvl="0" indent="-308610" algn="l" rtl="0">
              <a:lnSpc>
                <a:spcPct val="115000"/>
              </a:lnSpc>
              <a:spcBef>
                <a:spcPts val="0"/>
              </a:spcBef>
              <a:spcAft>
                <a:spcPts val="0"/>
              </a:spcAft>
              <a:buClr>
                <a:srgbClr val="000000"/>
              </a:buClr>
              <a:buSzPct val="100000"/>
              <a:buFont typeface="Times New Roman"/>
              <a:buChar char="➔"/>
            </a:pPr>
            <a:r>
              <a:rPr lang="en-GB" sz="1800" b="0" i="0" u="none" strike="noStrike" cap="none">
                <a:solidFill>
                  <a:srgbClr val="000000"/>
                </a:solidFill>
                <a:latin typeface="Times New Roman"/>
                <a:ea typeface="Times New Roman"/>
                <a:cs typeface="Times New Roman"/>
                <a:sym typeface="Times New Roman"/>
              </a:rPr>
              <a:t>Literature Survey</a:t>
            </a:r>
            <a:endParaRPr sz="1400" b="0" i="0" u="none" strike="noStrike" cap="none">
              <a:solidFill>
                <a:srgbClr val="000000"/>
              </a:solidFill>
              <a:latin typeface="Arial"/>
              <a:ea typeface="Arial"/>
              <a:cs typeface="Arial"/>
              <a:sym typeface="Arial"/>
            </a:endParaRPr>
          </a:p>
          <a:p>
            <a:pPr marL="457200" marR="0" lvl="0" indent="-308610" algn="l" rtl="0">
              <a:lnSpc>
                <a:spcPct val="115000"/>
              </a:lnSpc>
              <a:spcBef>
                <a:spcPts val="0"/>
              </a:spcBef>
              <a:spcAft>
                <a:spcPts val="0"/>
              </a:spcAft>
              <a:buClr>
                <a:srgbClr val="000000"/>
              </a:buClr>
              <a:buSzPct val="100000"/>
              <a:buFont typeface="Times New Roman"/>
              <a:buChar char="➔"/>
            </a:pPr>
            <a:r>
              <a:rPr lang="en-GB" sz="1800" b="0" i="0" u="none" strike="noStrike" cap="none">
                <a:solidFill>
                  <a:srgbClr val="000000"/>
                </a:solidFill>
                <a:latin typeface="Times New Roman"/>
                <a:ea typeface="Times New Roman"/>
                <a:cs typeface="Times New Roman"/>
                <a:sym typeface="Times New Roman"/>
              </a:rPr>
              <a:t>Problem Statement</a:t>
            </a:r>
            <a:endParaRPr sz="1400" b="0" i="0" u="none" strike="noStrike" cap="none">
              <a:solidFill>
                <a:srgbClr val="000000"/>
              </a:solidFill>
              <a:latin typeface="Arial"/>
              <a:ea typeface="Arial"/>
              <a:cs typeface="Arial"/>
              <a:sym typeface="Arial"/>
            </a:endParaRPr>
          </a:p>
          <a:p>
            <a:pPr marL="457200" marR="0" lvl="0" indent="-308610" algn="l" rtl="0">
              <a:lnSpc>
                <a:spcPct val="115000"/>
              </a:lnSpc>
              <a:spcBef>
                <a:spcPts val="0"/>
              </a:spcBef>
              <a:spcAft>
                <a:spcPts val="0"/>
              </a:spcAft>
              <a:buClr>
                <a:srgbClr val="000000"/>
              </a:buClr>
              <a:buSzPct val="100000"/>
              <a:buFont typeface="Times New Roman"/>
              <a:buChar char="➔"/>
            </a:pPr>
            <a:r>
              <a:rPr lang="en-GB" sz="1800" b="0" i="0" u="none" strike="noStrike" cap="none">
                <a:solidFill>
                  <a:srgbClr val="000000"/>
                </a:solidFill>
                <a:latin typeface="Times New Roman"/>
                <a:ea typeface="Times New Roman"/>
                <a:cs typeface="Times New Roman"/>
                <a:sym typeface="Times New Roman"/>
              </a:rPr>
              <a:t>Solution Proposed</a:t>
            </a:r>
            <a:endParaRPr sz="1400" b="0" i="0" u="none" strike="noStrike" cap="none">
              <a:solidFill>
                <a:srgbClr val="000000"/>
              </a:solidFill>
              <a:latin typeface="Arial"/>
              <a:ea typeface="Arial"/>
              <a:cs typeface="Arial"/>
              <a:sym typeface="Arial"/>
            </a:endParaRPr>
          </a:p>
          <a:p>
            <a:pPr marL="457200" marR="0" lvl="0" indent="-308610" algn="l" rtl="0">
              <a:lnSpc>
                <a:spcPct val="115000"/>
              </a:lnSpc>
              <a:spcBef>
                <a:spcPts val="0"/>
              </a:spcBef>
              <a:spcAft>
                <a:spcPts val="0"/>
              </a:spcAft>
              <a:buClr>
                <a:srgbClr val="000000"/>
              </a:buClr>
              <a:buSzPct val="100000"/>
              <a:buFont typeface="Times New Roman"/>
              <a:buChar char="➔"/>
            </a:pPr>
            <a:r>
              <a:rPr lang="en-GB" sz="1800" b="0" i="0" u="none" strike="noStrike" cap="none">
                <a:solidFill>
                  <a:srgbClr val="000000"/>
                </a:solidFill>
                <a:latin typeface="Times New Roman"/>
                <a:ea typeface="Times New Roman"/>
                <a:cs typeface="Times New Roman"/>
                <a:sym typeface="Times New Roman"/>
              </a:rPr>
              <a:t>Algorithm/Methods</a:t>
            </a:r>
            <a:endParaRPr sz="1400" b="0" i="0" u="none" strike="noStrike" cap="none">
              <a:solidFill>
                <a:srgbClr val="000000"/>
              </a:solidFill>
              <a:latin typeface="Arial"/>
              <a:ea typeface="Arial"/>
              <a:cs typeface="Arial"/>
              <a:sym typeface="Arial"/>
            </a:endParaRPr>
          </a:p>
          <a:p>
            <a:pPr marL="457200" marR="0" lvl="0" indent="-308610" algn="l" rtl="0">
              <a:lnSpc>
                <a:spcPct val="115000"/>
              </a:lnSpc>
              <a:spcBef>
                <a:spcPts val="0"/>
              </a:spcBef>
              <a:spcAft>
                <a:spcPts val="0"/>
              </a:spcAft>
              <a:buClr>
                <a:srgbClr val="000000"/>
              </a:buClr>
              <a:buSzPct val="100000"/>
              <a:buFont typeface="Times New Roman"/>
              <a:buChar char="➔"/>
            </a:pPr>
            <a:r>
              <a:rPr lang="en-GB" sz="1800" b="0" i="0" u="none" strike="noStrike" cap="none">
                <a:solidFill>
                  <a:srgbClr val="901829"/>
                </a:solidFill>
                <a:latin typeface="Times New Roman"/>
                <a:ea typeface="Times New Roman"/>
                <a:cs typeface="Times New Roman"/>
                <a:sym typeface="Times New Roman"/>
              </a:rPr>
              <a:t>Software Development Process model</a:t>
            </a:r>
            <a:endParaRPr sz="1400" b="0" i="0" u="none" strike="noStrike" cap="none">
              <a:solidFill>
                <a:srgbClr val="000000"/>
              </a:solidFill>
              <a:latin typeface="Arial"/>
              <a:ea typeface="Arial"/>
              <a:cs typeface="Arial"/>
              <a:sym typeface="Arial"/>
            </a:endParaRPr>
          </a:p>
          <a:p>
            <a:pPr marL="457200" marR="0" lvl="0" indent="-308610" algn="l" rtl="0">
              <a:lnSpc>
                <a:spcPct val="115000"/>
              </a:lnSpc>
              <a:spcBef>
                <a:spcPts val="0"/>
              </a:spcBef>
              <a:spcAft>
                <a:spcPts val="0"/>
              </a:spcAft>
              <a:buClr>
                <a:srgbClr val="000000"/>
              </a:buClr>
              <a:buSzPct val="100000"/>
              <a:buFont typeface="Times New Roman"/>
              <a:buChar char="➔"/>
            </a:pPr>
            <a:r>
              <a:rPr lang="en-GB" sz="1800" b="0" i="0" u="none" strike="noStrike" cap="none">
                <a:solidFill>
                  <a:srgbClr val="901829"/>
                </a:solidFill>
                <a:latin typeface="Times New Roman"/>
                <a:ea typeface="Times New Roman"/>
                <a:cs typeface="Times New Roman"/>
                <a:sym typeface="Times New Roman"/>
              </a:rPr>
              <a:t>Requirements Analysis and SRS</a:t>
            </a:r>
            <a:endParaRPr sz="1400" b="0" i="0" u="none" strike="noStrike" cap="none">
              <a:solidFill>
                <a:srgbClr val="000000"/>
              </a:solidFill>
              <a:latin typeface="Arial"/>
              <a:ea typeface="Arial"/>
              <a:cs typeface="Arial"/>
              <a:sym typeface="Arial"/>
            </a:endParaRPr>
          </a:p>
          <a:p>
            <a:pPr marL="457200" marR="0" lvl="0" indent="-308610" algn="l" rtl="0">
              <a:lnSpc>
                <a:spcPct val="115000"/>
              </a:lnSpc>
              <a:spcBef>
                <a:spcPts val="0"/>
              </a:spcBef>
              <a:spcAft>
                <a:spcPts val="0"/>
              </a:spcAft>
              <a:buClr>
                <a:srgbClr val="000000"/>
              </a:buClr>
              <a:buSzPct val="100000"/>
              <a:buFont typeface="Times New Roman"/>
              <a:buChar char="➔"/>
            </a:pPr>
            <a:r>
              <a:rPr lang="en-GB" sz="1800" b="0" i="0" u="none" strike="noStrike" cap="none">
                <a:solidFill>
                  <a:srgbClr val="901829"/>
                </a:solidFill>
                <a:latin typeface="Times New Roman"/>
                <a:ea typeface="Times New Roman"/>
                <a:cs typeface="Times New Roman"/>
                <a:sym typeface="Times New Roman"/>
              </a:rPr>
              <a:t>State transition diagram</a:t>
            </a:r>
            <a:endParaRPr sz="1400" b="0" i="0" u="none" strike="noStrike" cap="none">
              <a:solidFill>
                <a:srgbClr val="000000"/>
              </a:solidFill>
              <a:latin typeface="Arial"/>
              <a:ea typeface="Arial"/>
              <a:cs typeface="Arial"/>
              <a:sym typeface="Arial"/>
            </a:endParaRPr>
          </a:p>
          <a:p>
            <a:pPr marL="457200" marR="0" lvl="0" indent="-308610" algn="l" rtl="0">
              <a:lnSpc>
                <a:spcPct val="115000"/>
              </a:lnSpc>
              <a:spcBef>
                <a:spcPts val="0"/>
              </a:spcBef>
              <a:spcAft>
                <a:spcPts val="0"/>
              </a:spcAft>
              <a:buClr>
                <a:srgbClr val="000000"/>
              </a:buClr>
              <a:buSzPct val="100000"/>
              <a:buFont typeface="Times New Roman"/>
              <a:buChar char="➔"/>
            </a:pPr>
            <a:r>
              <a:rPr lang="en-GB" sz="1800" b="0" i="0" u="none" strike="noStrike" cap="none">
                <a:solidFill>
                  <a:srgbClr val="901829"/>
                </a:solidFill>
                <a:latin typeface="Times New Roman"/>
                <a:ea typeface="Times New Roman"/>
                <a:cs typeface="Times New Roman"/>
                <a:sym typeface="Times New Roman"/>
              </a:rPr>
              <a:t>Interface between the modules</a:t>
            </a:r>
            <a:endParaRPr sz="1400" b="0" i="0" u="none" strike="noStrike" cap="none">
              <a:solidFill>
                <a:srgbClr val="000000"/>
              </a:solidFill>
              <a:latin typeface="Arial"/>
              <a:ea typeface="Arial"/>
              <a:cs typeface="Arial"/>
              <a:sym typeface="Arial"/>
            </a:endParaRPr>
          </a:p>
          <a:p>
            <a:pPr marL="457200" marR="0" lvl="0" indent="-308610" algn="l" rtl="0">
              <a:lnSpc>
                <a:spcPct val="115000"/>
              </a:lnSpc>
              <a:spcBef>
                <a:spcPts val="0"/>
              </a:spcBef>
              <a:spcAft>
                <a:spcPts val="0"/>
              </a:spcAft>
              <a:buClr>
                <a:srgbClr val="000000"/>
              </a:buClr>
              <a:buSzPct val="100000"/>
              <a:buFont typeface="Times New Roman"/>
              <a:buChar char="➔"/>
            </a:pPr>
            <a:r>
              <a:rPr lang="en-GB" sz="1800" b="0" i="0" u="none" strike="noStrike" cap="none">
                <a:solidFill>
                  <a:srgbClr val="901829"/>
                </a:solidFill>
                <a:latin typeface="Times New Roman"/>
                <a:ea typeface="Times New Roman"/>
                <a:cs typeface="Times New Roman"/>
                <a:sym typeface="Times New Roman"/>
              </a:rPr>
              <a:t>Mathematical model</a:t>
            </a:r>
            <a:endParaRPr sz="1400" b="0" i="0" u="none" strike="noStrike" cap="none">
              <a:solidFill>
                <a:srgbClr val="000000"/>
              </a:solidFill>
              <a:latin typeface="Arial"/>
              <a:ea typeface="Arial"/>
              <a:cs typeface="Arial"/>
              <a:sym typeface="Arial"/>
            </a:endParaRPr>
          </a:p>
          <a:p>
            <a:pPr marL="457200" marR="0" lvl="0" indent="-308610" algn="l" rtl="0">
              <a:lnSpc>
                <a:spcPct val="115000"/>
              </a:lnSpc>
              <a:spcBef>
                <a:spcPts val="0"/>
              </a:spcBef>
              <a:spcAft>
                <a:spcPts val="0"/>
              </a:spcAft>
              <a:buClr>
                <a:srgbClr val="000000"/>
              </a:buClr>
              <a:buSzPct val="100000"/>
              <a:buFont typeface="Times New Roman"/>
              <a:buChar char="➔"/>
            </a:pPr>
            <a:r>
              <a:rPr lang="en-GB" sz="1800" b="0" i="0" u="none" strike="noStrike" cap="none">
                <a:solidFill>
                  <a:srgbClr val="901829"/>
                </a:solidFill>
                <a:latin typeface="Times New Roman"/>
                <a:ea typeface="Times New Roman"/>
                <a:cs typeface="Times New Roman"/>
                <a:sym typeface="Times New Roman"/>
              </a:rPr>
              <a:t>Architecture diagram </a:t>
            </a:r>
            <a:endParaRPr sz="1400" b="0" i="0" u="none" strike="noStrike" cap="none">
              <a:solidFill>
                <a:srgbClr val="000000"/>
              </a:solidFill>
              <a:latin typeface="Arial"/>
              <a:ea typeface="Arial"/>
              <a:cs typeface="Arial"/>
              <a:sym typeface="Arial"/>
            </a:endParaRPr>
          </a:p>
          <a:p>
            <a:pPr marL="457200" marR="0" lvl="0" indent="-308610" algn="l" rtl="0">
              <a:lnSpc>
                <a:spcPct val="115000"/>
              </a:lnSpc>
              <a:spcBef>
                <a:spcPts val="0"/>
              </a:spcBef>
              <a:spcAft>
                <a:spcPts val="0"/>
              </a:spcAft>
              <a:buClr>
                <a:srgbClr val="000000"/>
              </a:buClr>
              <a:buSzPct val="100000"/>
              <a:buFont typeface="Times New Roman"/>
              <a:buChar char="➔"/>
            </a:pPr>
            <a:r>
              <a:rPr lang="en-GB" sz="1800" b="0" i="0" u="none" strike="noStrike" cap="none">
                <a:solidFill>
                  <a:srgbClr val="901829"/>
                </a:solidFill>
                <a:latin typeface="Times New Roman"/>
                <a:ea typeface="Times New Roman"/>
                <a:cs typeface="Times New Roman"/>
                <a:sym typeface="Times New Roman"/>
              </a:rPr>
              <a:t>Deployment diagram</a:t>
            </a:r>
            <a:endParaRPr sz="1400" b="0" i="0" u="none" strike="noStrike" cap="none">
              <a:solidFill>
                <a:srgbClr val="000000"/>
              </a:solidFill>
              <a:latin typeface="Arial"/>
              <a:ea typeface="Arial"/>
              <a:cs typeface="Arial"/>
              <a:sym typeface="Arial"/>
            </a:endParaRPr>
          </a:p>
          <a:p>
            <a:pPr marL="457200" marR="0" lvl="0" indent="-308610" algn="l" rtl="0">
              <a:lnSpc>
                <a:spcPct val="115000"/>
              </a:lnSpc>
              <a:spcBef>
                <a:spcPts val="0"/>
              </a:spcBef>
              <a:spcAft>
                <a:spcPts val="0"/>
              </a:spcAft>
              <a:buClr>
                <a:srgbClr val="000000"/>
              </a:buClr>
              <a:buSzPct val="100000"/>
              <a:buFont typeface="Times New Roman"/>
              <a:buChar char="➔"/>
            </a:pPr>
            <a:r>
              <a:rPr lang="en-GB" sz="1800" b="0" i="0" u="none" strike="noStrike" cap="none">
                <a:solidFill>
                  <a:srgbClr val="000000"/>
                </a:solidFill>
                <a:latin typeface="Times New Roman"/>
                <a:ea typeface="Times New Roman"/>
                <a:cs typeface="Times New Roman"/>
                <a:sym typeface="Times New Roman"/>
              </a:rPr>
              <a:t>Results</a:t>
            </a:r>
            <a:endParaRPr sz="1400" b="0" i="0" u="none" strike="noStrike" cap="none">
              <a:solidFill>
                <a:srgbClr val="000000"/>
              </a:solidFill>
              <a:latin typeface="Arial"/>
              <a:ea typeface="Arial"/>
              <a:cs typeface="Arial"/>
              <a:sym typeface="Arial"/>
            </a:endParaRPr>
          </a:p>
          <a:p>
            <a:pPr marL="457200" marR="0" lvl="0" indent="-308610" algn="l" rtl="0">
              <a:lnSpc>
                <a:spcPct val="115000"/>
              </a:lnSpc>
              <a:spcBef>
                <a:spcPts val="0"/>
              </a:spcBef>
              <a:spcAft>
                <a:spcPts val="0"/>
              </a:spcAft>
              <a:buClr>
                <a:srgbClr val="000000"/>
              </a:buClr>
              <a:buSzPct val="100000"/>
              <a:buFont typeface="Times New Roman"/>
              <a:buChar char="➔"/>
            </a:pPr>
            <a:r>
              <a:rPr lang="en-GB" sz="1800" b="0" i="0" u="none" strike="noStrike" cap="none">
                <a:solidFill>
                  <a:srgbClr val="000000"/>
                </a:solidFill>
                <a:latin typeface="Times New Roman"/>
                <a:ea typeface="Times New Roman"/>
                <a:cs typeface="Times New Roman"/>
                <a:sym typeface="Times New Roman"/>
              </a:rPr>
              <a:t>Conclusion</a:t>
            </a:r>
            <a:endParaRPr sz="1400" b="0" i="0" u="none" strike="noStrike" cap="none">
              <a:solidFill>
                <a:srgbClr val="000000"/>
              </a:solidFill>
              <a:latin typeface="Arial"/>
              <a:ea typeface="Arial"/>
              <a:cs typeface="Arial"/>
              <a:sym typeface="Arial"/>
            </a:endParaRPr>
          </a:p>
          <a:p>
            <a:pPr marL="457200" marR="0" lvl="0" indent="-308610" algn="l" rtl="0">
              <a:lnSpc>
                <a:spcPct val="115000"/>
              </a:lnSpc>
              <a:spcBef>
                <a:spcPts val="0"/>
              </a:spcBef>
              <a:spcAft>
                <a:spcPts val="0"/>
              </a:spcAft>
              <a:buClr>
                <a:srgbClr val="000000"/>
              </a:buClr>
              <a:buSzPct val="100000"/>
              <a:buFont typeface="Times New Roman"/>
              <a:buChar char="➔"/>
            </a:pPr>
            <a:r>
              <a:rPr lang="en-GB" sz="1800" b="0" i="0" u="none" strike="noStrike" cap="none">
                <a:solidFill>
                  <a:srgbClr val="000000"/>
                </a:solidFill>
                <a:latin typeface="Times New Roman"/>
                <a:ea typeface="Times New Roman"/>
                <a:cs typeface="Times New Roman"/>
                <a:sym typeface="Times New Roman"/>
              </a:rPr>
              <a:t>Future Work</a:t>
            </a:r>
            <a:endParaRPr sz="1400" b="0" i="0" u="none" strike="noStrike" cap="none">
              <a:solidFill>
                <a:srgbClr val="000000"/>
              </a:solidFill>
              <a:latin typeface="Arial"/>
              <a:ea typeface="Arial"/>
              <a:cs typeface="Arial"/>
              <a:sym typeface="Arial"/>
            </a:endParaRPr>
          </a:p>
          <a:p>
            <a:pPr marL="457200" marR="0" lvl="0" indent="-308610" algn="l" rtl="0">
              <a:lnSpc>
                <a:spcPct val="115000"/>
              </a:lnSpc>
              <a:spcBef>
                <a:spcPts val="0"/>
              </a:spcBef>
              <a:spcAft>
                <a:spcPts val="0"/>
              </a:spcAft>
              <a:buClr>
                <a:srgbClr val="000000"/>
              </a:buClr>
              <a:buSzPct val="100000"/>
              <a:buFont typeface="Times New Roman"/>
              <a:buChar char="➔"/>
            </a:pPr>
            <a:r>
              <a:rPr lang="en-GB" sz="1800" b="0" i="0" u="none" strike="noStrike" cap="none">
                <a:solidFill>
                  <a:srgbClr val="000000"/>
                </a:solidFill>
                <a:latin typeface="Times New Roman"/>
                <a:ea typeface="Times New Roman"/>
                <a:cs typeface="Times New Roman"/>
                <a:sym typeface="Times New Roman"/>
              </a:rPr>
              <a:t>References</a:t>
            </a:r>
            <a:endParaRPr sz="1400" b="0" i="0" u="none" strike="noStrike" cap="none">
              <a:solidFill>
                <a:srgbClr val="000000"/>
              </a:solidFill>
              <a:latin typeface="Arial"/>
              <a:ea typeface="Arial"/>
              <a:cs typeface="Arial"/>
              <a:sym typeface="Arial"/>
            </a:endParaRPr>
          </a:p>
          <a:p>
            <a:pPr marL="457200" marR="0" lvl="0" indent="-228600" algn="l" rtl="0">
              <a:lnSpc>
                <a:spcPct val="115000"/>
              </a:lnSpc>
              <a:spcBef>
                <a:spcPts val="0"/>
              </a:spcBef>
              <a:spcAft>
                <a:spcPts val="0"/>
              </a:spcAft>
              <a:buClr>
                <a:srgbClr val="000000"/>
              </a:buClr>
              <a:buSzPct val="100000"/>
              <a:buFont typeface="Times New Roman"/>
              <a:buNone/>
            </a:pPr>
            <a:endParaRPr sz="1800" b="0" i="0" u="none" strike="noStrike" cap="none">
              <a:solidFill>
                <a:srgbClr val="000000"/>
              </a:solidFill>
              <a:latin typeface="Times New Roman"/>
              <a:ea typeface="Times New Roman"/>
              <a:cs typeface="Times New Roman"/>
              <a:sym typeface="Times New Roman"/>
            </a:endParaRPr>
          </a:p>
        </p:txBody>
      </p:sp>
      <p:sp>
        <p:nvSpPr>
          <p:cNvPr id="99" name="Google Shape;99;p15"/>
          <p:cNvSpPr txBox="1"/>
          <p:nvPr/>
        </p:nvSpPr>
        <p:spPr>
          <a:xfrm>
            <a:off x="6553200" y="4767263"/>
            <a:ext cx="2133600" cy="273844"/>
          </a:xfrm>
          <a:prstGeom prst="rect">
            <a:avLst/>
          </a:prstGeom>
          <a:noFill/>
          <a:ln>
            <a:noFill/>
          </a:ln>
        </p:spPr>
        <p:txBody>
          <a:bodyPr spcFirstLastPara="1" wrap="square" lIns="91425" tIns="45700" rIns="91425" bIns="45700" anchor="ctr" anchorCtr="0">
            <a:noAutofit/>
          </a:bodyPr>
          <a:lstStyle/>
          <a:p>
            <a:pPr marL="0" marR="0" lvl="0" indent="0" algn="r" rtl="0">
              <a:lnSpc>
                <a:spcPct val="100000"/>
              </a:lnSpc>
              <a:spcBef>
                <a:spcPts val="0"/>
              </a:spcBef>
              <a:spcAft>
                <a:spcPts val="0"/>
              </a:spcAft>
              <a:buClr>
                <a:srgbClr val="898989"/>
              </a:buClr>
              <a:buSzPts val="1200"/>
              <a:buFont typeface="Calibri"/>
              <a:buNone/>
            </a:pPr>
            <a:fld id="{00000000-1234-1234-1234-123412341234}" type="slidenum">
              <a:rPr lang="en-GB" sz="1200" b="0" i="0" u="none" strike="noStrike" cap="none">
                <a:solidFill>
                  <a:srgbClr val="898989"/>
                </a:solidFill>
                <a:latin typeface="Calibri"/>
                <a:ea typeface="Calibri"/>
                <a:cs typeface="Calibri"/>
                <a:sym typeface="Calibri"/>
              </a:rPr>
              <a:t>2</a:t>
            </a:fld>
            <a:endParaRPr sz="1400" b="0" i="0" u="none" strike="noStrike" cap="none">
              <a:solidFill>
                <a:srgbClr val="000000"/>
              </a:solidFill>
              <a:latin typeface="Arial"/>
              <a:ea typeface="Arial"/>
              <a:cs typeface="Arial"/>
              <a:sym typeface="Arial"/>
            </a:endParaRPr>
          </a:p>
        </p:txBody>
      </p:sp>
      <p:pic>
        <p:nvPicPr>
          <p:cNvPr id="100" name="Google Shape;100;p15" descr="C:\Users\DELL\Desktop\pccoer.jpg"/>
          <p:cNvPicPr preferRelativeResize="0"/>
          <p:nvPr/>
        </p:nvPicPr>
        <p:blipFill rotWithShape="1">
          <a:blip r:embed="rId3">
            <a:alphaModFix/>
          </a:blip>
          <a:srcRect/>
          <a:stretch/>
        </p:blipFill>
        <p:spPr>
          <a:xfrm>
            <a:off x="3657600" y="0"/>
            <a:ext cx="1371600" cy="910828"/>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4"/>
        <p:cNvGrpSpPr/>
        <p:nvPr/>
      </p:nvGrpSpPr>
      <p:grpSpPr>
        <a:xfrm>
          <a:off x="0" y="0"/>
          <a:ext cx="0" cy="0"/>
          <a:chOff x="0" y="0"/>
          <a:chExt cx="0" cy="0"/>
        </a:xfrm>
      </p:grpSpPr>
      <p:sp>
        <p:nvSpPr>
          <p:cNvPr id="105" name="Google Shape;105;p16"/>
          <p:cNvSpPr txBox="1"/>
          <p:nvPr/>
        </p:nvSpPr>
        <p:spPr>
          <a:xfrm>
            <a:off x="0" y="914400"/>
            <a:ext cx="9144000" cy="57000"/>
          </a:xfrm>
          <a:prstGeom prst="rect">
            <a:avLst/>
          </a:prstGeom>
          <a:solidFill>
            <a:schemeClr val="accent2">
              <a:alpha val="48235"/>
            </a:schemeClr>
          </a:solidFill>
          <a:ln w="25400" cap="flat" cmpd="sng">
            <a:solidFill>
              <a:srgbClr val="A0D3E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800"/>
              <a:buFont typeface="Arial"/>
              <a:buNone/>
            </a:pPr>
            <a:endParaRPr sz="1800" b="0" i="0" u="none" strike="noStrike" cap="none">
              <a:solidFill>
                <a:schemeClr val="dk1"/>
              </a:solidFill>
              <a:latin typeface="Arial"/>
              <a:ea typeface="Arial"/>
              <a:cs typeface="Arial"/>
              <a:sym typeface="Arial"/>
            </a:endParaRPr>
          </a:p>
        </p:txBody>
      </p:sp>
      <p:sp>
        <p:nvSpPr>
          <p:cNvPr id="106" name="Google Shape;106;p16"/>
          <p:cNvSpPr txBox="1"/>
          <p:nvPr/>
        </p:nvSpPr>
        <p:spPr>
          <a:xfrm>
            <a:off x="124690" y="1026650"/>
            <a:ext cx="8894620" cy="3865017"/>
          </a:xfrm>
          <a:prstGeom prst="rect">
            <a:avLst/>
          </a:prstGeom>
          <a:noFill/>
          <a:ln>
            <a:noFill/>
          </a:ln>
        </p:spPr>
        <p:txBody>
          <a:bodyPr spcFirstLastPara="1" wrap="square" lIns="91425" tIns="45700" rIns="91425" bIns="45700" anchor="t" anchorCtr="0">
            <a:noAutofit/>
          </a:bodyPr>
          <a:lstStyle/>
          <a:p>
            <a:pPr marL="114300" marR="0" lvl="0" indent="0" algn="just" rtl="0">
              <a:lnSpc>
                <a:spcPct val="115000"/>
              </a:lnSpc>
              <a:spcBef>
                <a:spcPts val="1200"/>
              </a:spcBef>
              <a:spcAft>
                <a:spcPts val="0"/>
              </a:spcAft>
              <a:buClr>
                <a:srgbClr val="000000"/>
              </a:buClr>
              <a:buSzPts val="2200"/>
              <a:buFont typeface="Arial"/>
              <a:buNone/>
            </a:pPr>
            <a:r>
              <a:rPr lang="en-GB" sz="2200" b="1" i="0" u="none" strike="noStrike" cap="none" dirty="0">
                <a:solidFill>
                  <a:schemeClr val="dk1"/>
                </a:solidFill>
                <a:latin typeface="Times New Roman"/>
                <a:ea typeface="Times New Roman"/>
                <a:cs typeface="Times New Roman"/>
                <a:sym typeface="Times New Roman"/>
              </a:rPr>
              <a:t>INTRODUCTION:</a:t>
            </a:r>
            <a:endParaRPr sz="1400" b="0" i="0" u="none" strike="noStrike" cap="none" dirty="0">
              <a:solidFill>
                <a:schemeClr val="dk1"/>
              </a:solidFill>
              <a:latin typeface="Times New Roman"/>
              <a:ea typeface="Times New Roman"/>
              <a:cs typeface="Times New Roman"/>
              <a:sym typeface="Times New Roman"/>
            </a:endParaRPr>
          </a:p>
          <a:p>
            <a:pPr marL="285750" indent="-285750">
              <a:buFont typeface="Arial" panose="020B0604020202020204" pitchFamily="34" charset="0"/>
              <a:buChar char="•"/>
            </a:pPr>
            <a:r>
              <a:rPr lang="en-IN" sz="2000" dirty="0">
                <a:latin typeface="Times New Roman" panose="02020603050405020304" pitchFamily="18" charset="0"/>
                <a:cs typeface="Times New Roman" panose="02020603050405020304" pitchFamily="18" charset="0"/>
              </a:rPr>
              <a:t>Image geolocation is the process of estimating the geographical location from an uploaded image.</a:t>
            </a:r>
          </a:p>
          <a:p>
            <a:pPr marL="285750" indent="-285750">
              <a:buFont typeface="Arial" panose="020B0604020202020204" pitchFamily="34" charset="0"/>
              <a:buChar char="•"/>
            </a:pPr>
            <a:r>
              <a:rPr lang="en-IN" sz="2000" dirty="0">
                <a:latin typeface="Times New Roman" panose="02020603050405020304" pitchFamily="18" charset="0"/>
                <a:cs typeface="Times New Roman" panose="02020603050405020304" pitchFamily="18" charset="0"/>
              </a:rPr>
              <a:t>The system uses the </a:t>
            </a:r>
            <a:r>
              <a:rPr lang="en-IN" sz="2000" b="1" dirty="0">
                <a:latin typeface="Times New Roman" panose="02020603050405020304" pitchFamily="18" charset="0"/>
                <a:cs typeface="Times New Roman" panose="02020603050405020304" pitchFamily="18" charset="0"/>
              </a:rPr>
              <a:t>Gemini 2.5 Flash</a:t>
            </a:r>
            <a:r>
              <a:rPr lang="en-IN" sz="2000" dirty="0">
                <a:latin typeface="Times New Roman" panose="02020603050405020304" pitchFamily="18" charset="0"/>
                <a:cs typeface="Times New Roman" panose="02020603050405020304" pitchFamily="18" charset="0"/>
              </a:rPr>
              <a:t> multimodal model for intelligent image analysis.</a:t>
            </a:r>
          </a:p>
          <a:p>
            <a:pPr marL="285750" indent="-285750">
              <a:buFont typeface="Arial" panose="020B0604020202020204" pitchFamily="34" charset="0"/>
              <a:buChar char="•"/>
            </a:pPr>
            <a:r>
              <a:rPr lang="en-IN" sz="2000" dirty="0">
                <a:latin typeface="Times New Roman" panose="02020603050405020304" pitchFamily="18" charset="0"/>
                <a:cs typeface="Times New Roman" panose="02020603050405020304" pitchFamily="18" charset="0"/>
              </a:rPr>
              <a:t>It identifies landmarks, </a:t>
            </a:r>
            <a:r>
              <a:rPr lang="en-IN" sz="2000" dirty="0" err="1">
                <a:latin typeface="Times New Roman" panose="02020603050405020304" pitchFamily="18" charset="0"/>
                <a:cs typeface="Times New Roman" panose="02020603050405020304" pitchFamily="18" charset="0"/>
              </a:rPr>
              <a:t>analyzes</a:t>
            </a:r>
            <a:r>
              <a:rPr lang="en-IN" sz="2000" dirty="0">
                <a:latin typeface="Times New Roman" panose="02020603050405020304" pitchFamily="18" charset="0"/>
                <a:cs typeface="Times New Roman" panose="02020603050405020304" pitchFamily="18" charset="0"/>
              </a:rPr>
              <a:t> scene context, and predicts the probable location.</a:t>
            </a:r>
          </a:p>
          <a:p>
            <a:pPr marL="285750" indent="-285750">
              <a:buFont typeface="Arial" panose="020B0604020202020204" pitchFamily="34" charset="0"/>
              <a:buChar char="•"/>
            </a:pPr>
            <a:r>
              <a:rPr lang="en-IN" sz="2000" dirty="0">
                <a:latin typeface="Times New Roman" panose="02020603050405020304" pitchFamily="18" charset="0"/>
                <a:cs typeface="Times New Roman" panose="02020603050405020304" pitchFamily="18" charset="0"/>
              </a:rPr>
              <a:t>The system evaluates potential hazards and classifies the risk level of the image.</a:t>
            </a:r>
          </a:p>
          <a:p>
            <a:pPr marL="285750" indent="-285750">
              <a:buFont typeface="Arial" panose="020B0604020202020204" pitchFamily="34" charset="0"/>
              <a:buChar char="•"/>
            </a:pPr>
            <a:r>
              <a:rPr lang="en-IN" sz="2000" dirty="0">
                <a:latin typeface="Times New Roman" panose="02020603050405020304" pitchFamily="18" charset="0"/>
                <a:cs typeface="Times New Roman" panose="02020603050405020304" pitchFamily="18" charset="0"/>
              </a:rPr>
              <a:t>It provides actions such as </a:t>
            </a:r>
            <a:r>
              <a:rPr lang="en-IN" sz="2000" b="1" dirty="0">
                <a:latin typeface="Times New Roman" panose="02020603050405020304" pitchFamily="18" charset="0"/>
                <a:cs typeface="Times New Roman" panose="02020603050405020304" pitchFamily="18" charset="0"/>
              </a:rPr>
              <a:t>Learn More</a:t>
            </a:r>
            <a:r>
              <a:rPr lang="en-IN" sz="2000" dirty="0">
                <a:latin typeface="Times New Roman" panose="02020603050405020304" pitchFamily="18" charset="0"/>
                <a:cs typeface="Times New Roman" panose="02020603050405020304" pitchFamily="18" charset="0"/>
              </a:rPr>
              <a:t>, </a:t>
            </a:r>
            <a:r>
              <a:rPr lang="en-IN" sz="2000" b="1" dirty="0">
                <a:latin typeface="Times New Roman" panose="02020603050405020304" pitchFamily="18" charset="0"/>
                <a:cs typeface="Times New Roman" panose="02020603050405020304" pitchFamily="18" charset="0"/>
              </a:rPr>
              <a:t>Open Map</a:t>
            </a:r>
            <a:r>
              <a:rPr lang="en-IN" sz="2000" dirty="0">
                <a:latin typeface="Times New Roman" panose="02020603050405020304" pitchFamily="18" charset="0"/>
                <a:cs typeface="Times New Roman" panose="02020603050405020304" pitchFamily="18" charset="0"/>
              </a:rPr>
              <a:t>, and </a:t>
            </a:r>
            <a:r>
              <a:rPr lang="en-IN" sz="2000" b="1" dirty="0">
                <a:latin typeface="Times New Roman" panose="02020603050405020304" pitchFamily="18" charset="0"/>
                <a:cs typeface="Times New Roman" panose="02020603050405020304" pitchFamily="18" charset="0"/>
              </a:rPr>
              <a:t>Report Incident</a:t>
            </a:r>
            <a:r>
              <a:rPr lang="en-IN" sz="2000" dirty="0">
                <a:latin typeface="Times New Roman" panose="02020603050405020304" pitchFamily="18" charset="0"/>
                <a:cs typeface="Times New Roman" panose="02020603050405020304" pitchFamily="18" charset="0"/>
              </a:rPr>
              <a:t> to assist users.</a:t>
            </a:r>
          </a:p>
          <a:p>
            <a:pPr marL="285750" indent="-285750">
              <a:buFont typeface="Arial" panose="020B0604020202020204" pitchFamily="34" charset="0"/>
              <a:buChar char="•"/>
            </a:pPr>
            <a:r>
              <a:rPr lang="en-IN" sz="2000" dirty="0">
                <a:latin typeface="Times New Roman" panose="02020603050405020304" pitchFamily="18" charset="0"/>
                <a:cs typeface="Times New Roman" panose="02020603050405020304" pitchFamily="18" charset="0"/>
              </a:rPr>
              <a:t>All analysis results and user actions are securely stored for future reference and auditing.</a:t>
            </a:r>
          </a:p>
          <a:p>
            <a:pPr marL="457200" marR="0" lvl="0" indent="0" algn="l" rtl="0">
              <a:lnSpc>
                <a:spcPct val="100000"/>
              </a:lnSpc>
              <a:spcBef>
                <a:spcPts val="0"/>
              </a:spcBef>
              <a:spcAft>
                <a:spcPts val="0"/>
              </a:spcAft>
              <a:buClr>
                <a:srgbClr val="000000"/>
              </a:buClr>
              <a:buSzPts val="3700"/>
              <a:buFont typeface="Arial"/>
              <a:buNone/>
            </a:pPr>
            <a:endParaRPr sz="1400" b="1" i="0" u="none" strike="noStrike" cap="none" dirty="0">
              <a:solidFill>
                <a:schemeClr val="dk1"/>
              </a:solidFill>
              <a:latin typeface="Times New Roman"/>
              <a:ea typeface="Times New Roman"/>
              <a:cs typeface="Times New Roman"/>
              <a:sym typeface="Times New Roman"/>
            </a:endParaRPr>
          </a:p>
        </p:txBody>
      </p:sp>
      <p:sp>
        <p:nvSpPr>
          <p:cNvPr id="107" name="Google Shape;107;p16"/>
          <p:cNvSpPr txBox="1"/>
          <p:nvPr/>
        </p:nvSpPr>
        <p:spPr>
          <a:xfrm>
            <a:off x="6553200" y="4767263"/>
            <a:ext cx="2133600" cy="273900"/>
          </a:xfrm>
          <a:prstGeom prst="rect">
            <a:avLst/>
          </a:prstGeom>
          <a:noFill/>
          <a:ln>
            <a:noFill/>
          </a:ln>
        </p:spPr>
        <p:txBody>
          <a:bodyPr spcFirstLastPara="1" wrap="square" lIns="91425" tIns="45700" rIns="91425" bIns="45700" anchor="ctr" anchorCtr="0">
            <a:noAutofit/>
          </a:bodyPr>
          <a:lstStyle/>
          <a:p>
            <a:pPr marL="0" marR="0" lvl="0" indent="0" algn="r" rtl="0">
              <a:lnSpc>
                <a:spcPct val="100000"/>
              </a:lnSpc>
              <a:spcBef>
                <a:spcPts val="0"/>
              </a:spcBef>
              <a:spcAft>
                <a:spcPts val="0"/>
              </a:spcAft>
              <a:buClr>
                <a:srgbClr val="898989"/>
              </a:buClr>
              <a:buSzPts val="1200"/>
              <a:buFont typeface="Calibri"/>
              <a:buNone/>
            </a:pPr>
            <a:fld id="{00000000-1234-1234-1234-123412341234}" type="slidenum">
              <a:rPr lang="en-GB" sz="1200" b="0" i="0" u="none" strike="noStrike" cap="none">
                <a:solidFill>
                  <a:srgbClr val="898989"/>
                </a:solidFill>
                <a:latin typeface="Calibri"/>
                <a:ea typeface="Calibri"/>
                <a:cs typeface="Calibri"/>
                <a:sym typeface="Calibri"/>
              </a:rPr>
              <a:t>3</a:t>
            </a:fld>
            <a:endParaRPr sz="1400" b="0" i="0" u="none" strike="noStrike" cap="none">
              <a:solidFill>
                <a:srgbClr val="000000"/>
              </a:solidFill>
              <a:latin typeface="Arial"/>
              <a:ea typeface="Arial"/>
              <a:cs typeface="Arial"/>
              <a:sym typeface="Arial"/>
            </a:endParaRPr>
          </a:p>
        </p:txBody>
      </p:sp>
      <p:pic>
        <p:nvPicPr>
          <p:cNvPr id="108" name="Google Shape;108;p16" descr="C:\Users\DELL\Desktop\pccoer.jpg"/>
          <p:cNvPicPr preferRelativeResize="0"/>
          <p:nvPr/>
        </p:nvPicPr>
        <p:blipFill rotWithShape="1">
          <a:blip r:embed="rId3">
            <a:alphaModFix/>
          </a:blip>
          <a:srcRect/>
          <a:stretch/>
        </p:blipFill>
        <p:spPr>
          <a:xfrm>
            <a:off x="3657600" y="0"/>
            <a:ext cx="1371600" cy="910828"/>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12"/>
        <p:cNvGrpSpPr/>
        <p:nvPr/>
      </p:nvGrpSpPr>
      <p:grpSpPr>
        <a:xfrm>
          <a:off x="0" y="0"/>
          <a:ext cx="0" cy="0"/>
          <a:chOff x="0" y="0"/>
          <a:chExt cx="0" cy="0"/>
        </a:xfrm>
      </p:grpSpPr>
      <p:sp>
        <p:nvSpPr>
          <p:cNvPr id="113" name="Google Shape;113;p17"/>
          <p:cNvSpPr txBox="1"/>
          <p:nvPr/>
        </p:nvSpPr>
        <p:spPr>
          <a:xfrm>
            <a:off x="0" y="914400"/>
            <a:ext cx="9144000" cy="57000"/>
          </a:xfrm>
          <a:prstGeom prst="rect">
            <a:avLst/>
          </a:prstGeom>
          <a:solidFill>
            <a:schemeClr val="accent2">
              <a:alpha val="48240"/>
            </a:schemeClr>
          </a:solidFill>
          <a:ln w="25400" cap="flat" cmpd="sng">
            <a:solidFill>
              <a:srgbClr val="A0D3E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800"/>
              <a:buFont typeface="Arial"/>
              <a:buNone/>
            </a:pPr>
            <a:endParaRPr sz="1800" b="0" i="0" u="none" strike="noStrike" cap="none">
              <a:solidFill>
                <a:schemeClr val="dk1"/>
              </a:solidFill>
              <a:latin typeface="Arial"/>
              <a:ea typeface="Arial"/>
              <a:cs typeface="Arial"/>
              <a:sym typeface="Arial"/>
            </a:endParaRPr>
          </a:p>
        </p:txBody>
      </p:sp>
      <p:sp>
        <p:nvSpPr>
          <p:cNvPr id="114" name="Google Shape;114;p17"/>
          <p:cNvSpPr txBox="1"/>
          <p:nvPr/>
        </p:nvSpPr>
        <p:spPr>
          <a:xfrm>
            <a:off x="6553200" y="4767263"/>
            <a:ext cx="2133600" cy="273900"/>
          </a:xfrm>
          <a:prstGeom prst="rect">
            <a:avLst/>
          </a:prstGeom>
          <a:noFill/>
          <a:ln>
            <a:noFill/>
          </a:ln>
        </p:spPr>
        <p:txBody>
          <a:bodyPr spcFirstLastPara="1" wrap="square" lIns="91425" tIns="45700" rIns="91425" bIns="45700" anchor="ctr" anchorCtr="0">
            <a:noAutofit/>
          </a:bodyPr>
          <a:lstStyle/>
          <a:p>
            <a:pPr marL="0" marR="0" lvl="0" indent="0" algn="r" rtl="0">
              <a:lnSpc>
                <a:spcPct val="100000"/>
              </a:lnSpc>
              <a:spcBef>
                <a:spcPts val="0"/>
              </a:spcBef>
              <a:spcAft>
                <a:spcPts val="0"/>
              </a:spcAft>
              <a:buClr>
                <a:srgbClr val="898989"/>
              </a:buClr>
              <a:buSzPts val="1200"/>
              <a:buFont typeface="Calibri"/>
              <a:buNone/>
            </a:pPr>
            <a:fld id="{00000000-1234-1234-1234-123412341234}" type="slidenum">
              <a:rPr lang="en-GB" sz="1200" b="0" i="0" u="none" strike="noStrike" cap="none">
                <a:solidFill>
                  <a:srgbClr val="898989"/>
                </a:solidFill>
                <a:latin typeface="Calibri"/>
                <a:ea typeface="Calibri"/>
                <a:cs typeface="Calibri"/>
                <a:sym typeface="Calibri"/>
              </a:rPr>
              <a:t>4</a:t>
            </a:fld>
            <a:endParaRPr sz="1400" b="0" i="0" u="none" strike="noStrike" cap="none">
              <a:solidFill>
                <a:srgbClr val="000000"/>
              </a:solidFill>
              <a:latin typeface="Arial"/>
              <a:ea typeface="Arial"/>
              <a:cs typeface="Arial"/>
              <a:sym typeface="Arial"/>
            </a:endParaRPr>
          </a:p>
        </p:txBody>
      </p:sp>
      <p:pic>
        <p:nvPicPr>
          <p:cNvPr id="115" name="Google Shape;115;p17" descr="C:\Users\DELL\Desktop\pccoer.jpg"/>
          <p:cNvPicPr preferRelativeResize="0"/>
          <p:nvPr/>
        </p:nvPicPr>
        <p:blipFill rotWithShape="1">
          <a:blip r:embed="rId3">
            <a:alphaModFix/>
          </a:blip>
          <a:srcRect/>
          <a:stretch/>
        </p:blipFill>
        <p:spPr>
          <a:xfrm>
            <a:off x="3657600" y="0"/>
            <a:ext cx="1371600" cy="910828"/>
          </a:xfrm>
          <a:prstGeom prst="rect">
            <a:avLst/>
          </a:prstGeom>
          <a:noFill/>
          <a:ln>
            <a:noFill/>
          </a:ln>
        </p:spPr>
      </p:pic>
      <p:sp>
        <p:nvSpPr>
          <p:cNvPr id="116" name="Google Shape;116;p17"/>
          <p:cNvSpPr txBox="1"/>
          <p:nvPr/>
        </p:nvSpPr>
        <p:spPr>
          <a:xfrm>
            <a:off x="124640" y="910825"/>
            <a:ext cx="8894700" cy="3864900"/>
          </a:xfrm>
          <a:prstGeom prst="rect">
            <a:avLst/>
          </a:prstGeom>
          <a:noFill/>
          <a:ln>
            <a:noFill/>
          </a:ln>
        </p:spPr>
        <p:txBody>
          <a:bodyPr spcFirstLastPara="1" wrap="square" lIns="91425" tIns="45700" rIns="91425" bIns="45700" anchor="t" anchorCtr="0">
            <a:noAutofit/>
          </a:bodyPr>
          <a:lstStyle/>
          <a:p>
            <a:pPr marL="114300" marR="0" lvl="0" indent="0" algn="just" rtl="0">
              <a:lnSpc>
                <a:spcPct val="115000"/>
              </a:lnSpc>
              <a:spcBef>
                <a:spcPts val="1200"/>
              </a:spcBef>
              <a:spcAft>
                <a:spcPts val="0"/>
              </a:spcAft>
              <a:buClr>
                <a:srgbClr val="000000"/>
              </a:buClr>
              <a:buSzPts val="2200"/>
              <a:buFont typeface="Arial"/>
              <a:buNone/>
            </a:pPr>
            <a:r>
              <a:rPr lang="en-GB" sz="2200" b="1" i="0" u="none" strike="noStrike" cap="none" dirty="0">
                <a:solidFill>
                  <a:schemeClr val="dk1"/>
                </a:solidFill>
                <a:latin typeface="Times New Roman"/>
                <a:ea typeface="Times New Roman"/>
                <a:cs typeface="Times New Roman"/>
                <a:sym typeface="Times New Roman"/>
              </a:rPr>
              <a:t>CHALLENGES:</a:t>
            </a:r>
            <a:endParaRPr sz="1200" i="0" u="none" strike="noStrike" cap="none" dirty="0">
              <a:solidFill>
                <a:schemeClr val="dk1"/>
              </a:solidFill>
              <a:latin typeface="Times New Roman"/>
              <a:ea typeface="Times New Roman"/>
              <a:cs typeface="Times New Roman"/>
              <a:sym typeface="Times New Roman"/>
            </a:endParaRPr>
          </a:p>
          <a:p>
            <a:endParaRPr lang="en-IN" sz="1200" b="1" dirty="0"/>
          </a:p>
          <a:p>
            <a:pPr marL="342900" indent="-342900">
              <a:buFont typeface="Arial" panose="020B0604020202020204" pitchFamily="34" charset="0"/>
              <a:buChar char="•"/>
            </a:pPr>
            <a:r>
              <a:rPr lang="en-IN" sz="2000" dirty="0">
                <a:latin typeface="Times New Roman" panose="02020603050405020304" pitchFamily="18" charset="0"/>
                <a:cs typeface="Times New Roman" panose="02020603050405020304" pitchFamily="18" charset="0"/>
              </a:rPr>
              <a:t>Accurately predicting location from images with limited or unclear visual landmarks.</a:t>
            </a:r>
          </a:p>
          <a:p>
            <a:pPr marL="342900" indent="-342900">
              <a:buFont typeface="Arial" panose="020B0604020202020204" pitchFamily="34" charset="0"/>
              <a:buChar char="•"/>
            </a:pPr>
            <a:r>
              <a:rPr lang="en-IN" sz="2000" dirty="0">
                <a:latin typeface="Times New Roman" panose="02020603050405020304" pitchFamily="18" charset="0"/>
                <a:cs typeface="Times New Roman" panose="02020603050405020304" pitchFamily="18" charset="0"/>
              </a:rPr>
              <a:t>Handling variations in image quality, lighting conditions, and camera angles.</a:t>
            </a:r>
          </a:p>
          <a:p>
            <a:pPr marL="342900" indent="-342900">
              <a:buFont typeface="Arial" panose="020B0604020202020204" pitchFamily="34" charset="0"/>
              <a:buChar char="•"/>
            </a:pPr>
            <a:r>
              <a:rPr lang="en-IN" sz="2000" dirty="0">
                <a:latin typeface="Times New Roman" panose="02020603050405020304" pitchFamily="18" charset="0"/>
                <a:cs typeface="Times New Roman" panose="02020603050405020304" pitchFamily="18" charset="0"/>
              </a:rPr>
              <a:t>Reducing incorrect location predictions and false hazard classifications.</a:t>
            </a:r>
          </a:p>
          <a:p>
            <a:pPr marL="342900" indent="-342900">
              <a:buFont typeface="Arial" panose="020B0604020202020204" pitchFamily="34" charset="0"/>
              <a:buChar char="•"/>
            </a:pPr>
            <a:r>
              <a:rPr lang="en-IN" sz="2000" dirty="0">
                <a:latin typeface="Times New Roman" panose="02020603050405020304" pitchFamily="18" charset="0"/>
                <a:cs typeface="Times New Roman" panose="02020603050405020304" pitchFamily="18" charset="0"/>
              </a:rPr>
              <a:t>Ensuring consistent and reliable AI-generated responses.</a:t>
            </a:r>
          </a:p>
          <a:p>
            <a:pPr marL="342900" indent="-342900">
              <a:buFont typeface="Arial" panose="020B0604020202020204" pitchFamily="34" charset="0"/>
              <a:buChar char="•"/>
            </a:pPr>
            <a:r>
              <a:rPr lang="en-IN" sz="2000" dirty="0">
                <a:latin typeface="Times New Roman" panose="02020603050405020304" pitchFamily="18" charset="0"/>
                <a:cs typeface="Times New Roman" panose="02020603050405020304" pitchFamily="18" charset="0"/>
              </a:rPr>
              <a:t>Maintaining secure storage of user data and analysis results.</a:t>
            </a:r>
          </a:p>
          <a:p>
            <a:pPr marL="342900" indent="-342900">
              <a:buFont typeface="Arial" panose="020B0604020202020204" pitchFamily="34" charset="0"/>
              <a:buChar char="•"/>
            </a:pPr>
            <a:r>
              <a:rPr lang="en-IN" sz="2000" dirty="0">
                <a:latin typeface="Times New Roman" panose="02020603050405020304" pitchFamily="18" charset="0"/>
                <a:cs typeface="Times New Roman" panose="02020603050405020304" pitchFamily="18" charset="0"/>
              </a:rPr>
              <a:t>Providing fast response times while preserving prediction accuracy.</a:t>
            </a:r>
          </a:p>
          <a:p>
            <a:pPr marL="114300" marR="0" lvl="0" indent="0" algn="just" rtl="0">
              <a:lnSpc>
                <a:spcPct val="115000"/>
              </a:lnSpc>
              <a:spcBef>
                <a:spcPts val="1200"/>
              </a:spcBef>
              <a:spcAft>
                <a:spcPts val="0"/>
              </a:spcAft>
              <a:buClr>
                <a:srgbClr val="000000"/>
              </a:buClr>
              <a:buSzPts val="1200"/>
              <a:buFont typeface="Arial"/>
              <a:buNone/>
            </a:pPr>
            <a:endParaRPr sz="1200" i="0" u="none" strike="noStrike" cap="none" dirty="0">
              <a:solidFill>
                <a:schemeClr val="dk1"/>
              </a:solidFill>
              <a:latin typeface="Times New Roman"/>
              <a:ea typeface="Times New Roman"/>
              <a:cs typeface="Times New Roman"/>
              <a:sym typeface="Times New Roman"/>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20"/>
        <p:cNvGrpSpPr/>
        <p:nvPr/>
      </p:nvGrpSpPr>
      <p:grpSpPr>
        <a:xfrm>
          <a:off x="0" y="0"/>
          <a:ext cx="0" cy="0"/>
          <a:chOff x="0" y="0"/>
          <a:chExt cx="0" cy="0"/>
        </a:xfrm>
      </p:grpSpPr>
      <p:sp>
        <p:nvSpPr>
          <p:cNvPr id="121" name="Google Shape;121;p18"/>
          <p:cNvSpPr txBox="1"/>
          <p:nvPr/>
        </p:nvSpPr>
        <p:spPr>
          <a:xfrm>
            <a:off x="0" y="914400"/>
            <a:ext cx="9144000" cy="57000"/>
          </a:xfrm>
          <a:prstGeom prst="rect">
            <a:avLst/>
          </a:prstGeom>
          <a:solidFill>
            <a:schemeClr val="accent2">
              <a:alpha val="48235"/>
            </a:schemeClr>
          </a:solidFill>
          <a:ln w="25400" cap="flat" cmpd="sng">
            <a:solidFill>
              <a:srgbClr val="A0D3E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800"/>
              <a:buFont typeface="Arial"/>
              <a:buNone/>
            </a:pPr>
            <a:endParaRPr sz="1800" b="0" i="0" u="none" strike="noStrike" cap="none">
              <a:solidFill>
                <a:schemeClr val="dk1"/>
              </a:solidFill>
              <a:latin typeface="Arial"/>
              <a:ea typeface="Arial"/>
              <a:cs typeface="Arial"/>
              <a:sym typeface="Arial"/>
            </a:endParaRPr>
          </a:p>
        </p:txBody>
      </p:sp>
      <p:sp>
        <p:nvSpPr>
          <p:cNvPr id="122" name="Google Shape;122;p18"/>
          <p:cNvSpPr txBox="1"/>
          <p:nvPr/>
        </p:nvSpPr>
        <p:spPr>
          <a:xfrm>
            <a:off x="6553200" y="4767263"/>
            <a:ext cx="2133600" cy="273900"/>
          </a:xfrm>
          <a:prstGeom prst="rect">
            <a:avLst/>
          </a:prstGeom>
          <a:noFill/>
          <a:ln>
            <a:noFill/>
          </a:ln>
        </p:spPr>
        <p:txBody>
          <a:bodyPr spcFirstLastPara="1" wrap="square" lIns="91425" tIns="45700" rIns="91425" bIns="45700" anchor="ctr" anchorCtr="0">
            <a:noAutofit/>
          </a:bodyPr>
          <a:lstStyle/>
          <a:p>
            <a:pPr marL="0" marR="0" lvl="0" indent="0" algn="r" rtl="0">
              <a:lnSpc>
                <a:spcPct val="100000"/>
              </a:lnSpc>
              <a:spcBef>
                <a:spcPts val="0"/>
              </a:spcBef>
              <a:spcAft>
                <a:spcPts val="0"/>
              </a:spcAft>
              <a:buClr>
                <a:srgbClr val="898989"/>
              </a:buClr>
              <a:buSzPts val="1200"/>
              <a:buFont typeface="Calibri"/>
              <a:buNone/>
            </a:pPr>
            <a:fld id="{00000000-1234-1234-1234-123412341234}" type="slidenum">
              <a:rPr lang="en-GB" sz="1200" b="0" i="0" u="none" strike="noStrike" cap="none">
                <a:solidFill>
                  <a:srgbClr val="898989"/>
                </a:solidFill>
                <a:latin typeface="Calibri"/>
                <a:ea typeface="Calibri"/>
                <a:cs typeface="Calibri"/>
                <a:sym typeface="Calibri"/>
              </a:rPr>
              <a:t>5</a:t>
            </a:fld>
            <a:endParaRPr sz="1400" b="0" i="0" u="none" strike="noStrike" cap="none">
              <a:solidFill>
                <a:srgbClr val="000000"/>
              </a:solidFill>
              <a:latin typeface="Arial"/>
              <a:ea typeface="Arial"/>
              <a:cs typeface="Arial"/>
              <a:sym typeface="Arial"/>
            </a:endParaRPr>
          </a:p>
        </p:txBody>
      </p:sp>
      <p:pic>
        <p:nvPicPr>
          <p:cNvPr id="123" name="Google Shape;123;p18" descr="C:\Users\DELL\Desktop\pccoer.jpg"/>
          <p:cNvPicPr preferRelativeResize="0"/>
          <p:nvPr/>
        </p:nvPicPr>
        <p:blipFill rotWithShape="1">
          <a:blip r:embed="rId3">
            <a:alphaModFix/>
          </a:blip>
          <a:srcRect/>
          <a:stretch/>
        </p:blipFill>
        <p:spPr>
          <a:xfrm>
            <a:off x="3657600" y="0"/>
            <a:ext cx="1371600" cy="910828"/>
          </a:xfrm>
          <a:prstGeom prst="rect">
            <a:avLst/>
          </a:prstGeom>
          <a:noFill/>
          <a:ln>
            <a:noFill/>
          </a:ln>
        </p:spPr>
      </p:pic>
      <p:sp>
        <p:nvSpPr>
          <p:cNvPr id="124" name="Google Shape;124;p18"/>
          <p:cNvSpPr txBox="1"/>
          <p:nvPr/>
        </p:nvSpPr>
        <p:spPr>
          <a:xfrm>
            <a:off x="124690" y="1026650"/>
            <a:ext cx="8894620" cy="3865017"/>
          </a:xfrm>
          <a:prstGeom prst="rect">
            <a:avLst/>
          </a:prstGeom>
          <a:noFill/>
          <a:ln>
            <a:noFill/>
          </a:ln>
        </p:spPr>
        <p:txBody>
          <a:bodyPr spcFirstLastPara="1" wrap="square" lIns="91425" tIns="45700" rIns="91425" bIns="45700" anchor="t" anchorCtr="0">
            <a:noAutofit/>
          </a:bodyPr>
          <a:lstStyle/>
          <a:p>
            <a:pPr marL="114300" marR="0" lvl="0" indent="0" algn="just" rtl="0">
              <a:lnSpc>
                <a:spcPct val="115000"/>
              </a:lnSpc>
              <a:spcBef>
                <a:spcPts val="1200"/>
              </a:spcBef>
              <a:spcAft>
                <a:spcPts val="0"/>
              </a:spcAft>
              <a:buClr>
                <a:srgbClr val="000000"/>
              </a:buClr>
              <a:buSzPts val="2200"/>
              <a:buFont typeface="Arial"/>
              <a:buNone/>
            </a:pPr>
            <a:r>
              <a:rPr lang="en-GB" sz="2200" b="1" i="0" u="none" strike="noStrike" cap="none" dirty="0">
                <a:solidFill>
                  <a:schemeClr val="dk1"/>
                </a:solidFill>
                <a:latin typeface="Times New Roman"/>
                <a:ea typeface="Times New Roman"/>
                <a:cs typeface="Times New Roman"/>
                <a:sym typeface="Times New Roman"/>
              </a:rPr>
              <a:t>OBJECTIVE:</a:t>
            </a:r>
            <a:endParaRPr sz="1400" b="0" i="0" u="none" strike="noStrike" cap="none" dirty="0">
              <a:solidFill>
                <a:schemeClr val="dk1"/>
              </a:solidFill>
              <a:latin typeface="Times New Roman"/>
              <a:ea typeface="Times New Roman"/>
              <a:cs typeface="Times New Roman"/>
              <a:sym typeface="Times New Roman"/>
            </a:endParaRPr>
          </a:p>
          <a:p>
            <a:pPr marL="342900" lvl="0" indent="-342900" algn="just">
              <a:lnSpc>
                <a:spcPct val="150000"/>
              </a:lnSpc>
              <a:buSzPts val="1800"/>
              <a:buFont typeface="Arial"/>
              <a:buAutoNum type="arabicPeriod"/>
            </a:pPr>
            <a:r>
              <a:rPr lang="en-IN" sz="1800" dirty="0">
                <a:latin typeface="Times New Roman" panose="02020603050405020304" pitchFamily="18" charset="0"/>
                <a:cs typeface="Times New Roman" panose="02020603050405020304" pitchFamily="18" charset="0"/>
              </a:rPr>
              <a:t>To integrate a vision-capable multimodal model for structured image analysis and location estimation</a:t>
            </a:r>
            <a:endParaRPr lang="en-US" sz="1800" b="0" i="0" u="none" strike="noStrike" cap="none" dirty="0">
              <a:solidFill>
                <a:srgbClr val="000000"/>
              </a:solidFill>
              <a:latin typeface="Times New Roman" panose="02020603050405020304" pitchFamily="18" charset="0"/>
              <a:cs typeface="Times New Roman" panose="02020603050405020304" pitchFamily="18" charset="0"/>
              <a:sym typeface="Arial"/>
            </a:endParaRPr>
          </a:p>
          <a:p>
            <a:pPr marL="342900" lvl="0" indent="-342900" algn="just">
              <a:lnSpc>
                <a:spcPct val="150000"/>
              </a:lnSpc>
              <a:buSzPts val="1800"/>
              <a:buFont typeface="Arial"/>
              <a:buAutoNum type="arabicPeriod"/>
            </a:pPr>
            <a:r>
              <a:rPr lang="en-IN" sz="1800" dirty="0">
                <a:latin typeface="Times New Roman" panose="02020603050405020304" pitchFamily="18" charset="0"/>
                <a:cs typeface="Times New Roman" panose="02020603050405020304" pitchFamily="18" charset="0"/>
              </a:rPr>
              <a:t>To implement deterministic risk-to-action mapping with human-confirmed reporting for safety-critical scenes. </a:t>
            </a:r>
            <a:endParaRPr lang="en-US" sz="1800" b="0" i="0" u="none" strike="noStrike" cap="none" dirty="0">
              <a:solidFill>
                <a:srgbClr val="000000"/>
              </a:solidFill>
              <a:latin typeface="Times New Roman" panose="02020603050405020304" pitchFamily="18" charset="0"/>
              <a:cs typeface="Times New Roman" panose="02020603050405020304" pitchFamily="18" charset="0"/>
              <a:sym typeface="Arial"/>
            </a:endParaRPr>
          </a:p>
          <a:p>
            <a:pPr marL="342900" lvl="0" indent="-342900" algn="just">
              <a:lnSpc>
                <a:spcPct val="150000"/>
              </a:lnSpc>
              <a:buSzPts val="1800"/>
              <a:buFont typeface="Arial"/>
              <a:buAutoNum type="arabicPeriod"/>
            </a:pPr>
            <a:r>
              <a:rPr lang="en-IN" sz="1800" dirty="0">
                <a:latin typeface="Times New Roman" panose="02020603050405020304" pitchFamily="18" charset="0"/>
                <a:cs typeface="Times New Roman" panose="02020603050405020304" pitchFamily="18" charset="0"/>
              </a:rPr>
              <a:t>To persist sessions, model outputs, actions, and incidents for audit and evaluation. </a:t>
            </a:r>
            <a:endParaRPr lang="en-US" sz="1800" b="0" i="0" u="none" strike="noStrike" cap="none" dirty="0">
              <a:solidFill>
                <a:srgbClr val="000000"/>
              </a:solidFill>
              <a:latin typeface="Times New Roman" panose="02020603050405020304" pitchFamily="18" charset="0"/>
              <a:cs typeface="Times New Roman" panose="02020603050405020304" pitchFamily="18" charset="0"/>
              <a:sym typeface="Arial"/>
            </a:endParaRPr>
          </a:p>
          <a:p>
            <a:pPr marL="457200" marR="0" lvl="0" indent="0" algn="l" rtl="0">
              <a:lnSpc>
                <a:spcPct val="100000"/>
              </a:lnSpc>
              <a:spcBef>
                <a:spcPts val="0"/>
              </a:spcBef>
              <a:spcAft>
                <a:spcPts val="0"/>
              </a:spcAft>
              <a:buClr>
                <a:srgbClr val="000000"/>
              </a:buClr>
              <a:buSzPts val="3700"/>
              <a:buFont typeface="Arial"/>
              <a:buNone/>
            </a:pPr>
            <a:endParaRPr sz="1400" b="1" i="0" u="none" strike="noStrike" cap="none" dirty="0">
              <a:solidFill>
                <a:schemeClr val="dk1"/>
              </a:solidFill>
              <a:latin typeface="Times New Roman"/>
              <a:ea typeface="Times New Roman"/>
              <a:cs typeface="Times New Roman"/>
              <a:sym typeface="Times New Roman"/>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28"/>
        <p:cNvGrpSpPr/>
        <p:nvPr/>
      </p:nvGrpSpPr>
      <p:grpSpPr>
        <a:xfrm>
          <a:off x="0" y="0"/>
          <a:ext cx="0" cy="0"/>
          <a:chOff x="0" y="0"/>
          <a:chExt cx="0" cy="0"/>
        </a:xfrm>
      </p:grpSpPr>
      <p:sp>
        <p:nvSpPr>
          <p:cNvPr id="129" name="Google Shape;129;p19"/>
          <p:cNvSpPr txBox="1"/>
          <p:nvPr/>
        </p:nvSpPr>
        <p:spPr>
          <a:xfrm>
            <a:off x="0" y="914400"/>
            <a:ext cx="9144000" cy="57000"/>
          </a:xfrm>
          <a:prstGeom prst="rect">
            <a:avLst/>
          </a:prstGeom>
          <a:solidFill>
            <a:schemeClr val="accent2">
              <a:alpha val="48235"/>
            </a:schemeClr>
          </a:solidFill>
          <a:ln w="25400" cap="flat" cmpd="sng">
            <a:solidFill>
              <a:srgbClr val="A0D3E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800"/>
              <a:buFont typeface="Arial"/>
              <a:buNone/>
            </a:pPr>
            <a:endParaRPr sz="1800" b="0" i="0" u="none" strike="noStrike" cap="none">
              <a:solidFill>
                <a:schemeClr val="dk1"/>
              </a:solidFill>
              <a:latin typeface="Arial"/>
              <a:ea typeface="Arial"/>
              <a:cs typeface="Arial"/>
              <a:sym typeface="Arial"/>
            </a:endParaRPr>
          </a:p>
        </p:txBody>
      </p:sp>
      <p:sp>
        <p:nvSpPr>
          <p:cNvPr id="130" name="Google Shape;130;p19"/>
          <p:cNvSpPr txBox="1"/>
          <p:nvPr/>
        </p:nvSpPr>
        <p:spPr>
          <a:xfrm>
            <a:off x="124690" y="1026650"/>
            <a:ext cx="8894620" cy="3865017"/>
          </a:xfrm>
          <a:prstGeom prst="rect">
            <a:avLst/>
          </a:prstGeom>
          <a:noFill/>
          <a:ln>
            <a:noFill/>
          </a:ln>
        </p:spPr>
        <p:txBody>
          <a:bodyPr spcFirstLastPara="1" wrap="square" lIns="91425" tIns="45700" rIns="91425" bIns="45700" anchor="t" anchorCtr="0">
            <a:noAutofit/>
          </a:bodyPr>
          <a:lstStyle/>
          <a:p>
            <a:pPr marL="114300" marR="0" lvl="0" indent="0" algn="just" rtl="0">
              <a:lnSpc>
                <a:spcPct val="115000"/>
              </a:lnSpc>
              <a:spcBef>
                <a:spcPts val="1200"/>
              </a:spcBef>
              <a:spcAft>
                <a:spcPts val="0"/>
              </a:spcAft>
              <a:buClr>
                <a:srgbClr val="000000"/>
              </a:buClr>
              <a:buSzPts val="2200"/>
              <a:buFont typeface="Arial"/>
              <a:buNone/>
            </a:pPr>
            <a:r>
              <a:rPr lang="en-GB" sz="2200" b="1" i="0" u="none" strike="noStrike" cap="none">
                <a:solidFill>
                  <a:schemeClr val="dk1"/>
                </a:solidFill>
                <a:latin typeface="Times New Roman"/>
                <a:ea typeface="Times New Roman"/>
                <a:cs typeface="Times New Roman"/>
                <a:sym typeface="Times New Roman"/>
              </a:rPr>
              <a:t>LITERATURE SURVEY:</a:t>
            </a:r>
            <a:endParaRPr sz="1400" b="0" i="0" u="none" strike="noStrike" cap="none">
              <a:solidFill>
                <a:schemeClr val="dk1"/>
              </a:solidFill>
              <a:latin typeface="Times New Roman"/>
              <a:ea typeface="Times New Roman"/>
              <a:cs typeface="Times New Roman"/>
              <a:sym typeface="Times New Roman"/>
            </a:endParaRPr>
          </a:p>
          <a:p>
            <a:pPr marL="457200" marR="0" lvl="0" indent="0" algn="l" rtl="0">
              <a:lnSpc>
                <a:spcPct val="100000"/>
              </a:lnSpc>
              <a:spcBef>
                <a:spcPts val="0"/>
              </a:spcBef>
              <a:spcAft>
                <a:spcPts val="0"/>
              </a:spcAft>
              <a:buClr>
                <a:srgbClr val="000000"/>
              </a:buClr>
              <a:buSzPts val="3700"/>
              <a:buFont typeface="Arial"/>
              <a:buNone/>
            </a:pPr>
            <a:endParaRPr sz="1400" b="1" i="0" u="none" strike="noStrike" cap="none">
              <a:solidFill>
                <a:schemeClr val="dk1"/>
              </a:solidFill>
              <a:latin typeface="Times New Roman"/>
              <a:ea typeface="Times New Roman"/>
              <a:cs typeface="Times New Roman"/>
              <a:sym typeface="Times New Roman"/>
            </a:endParaRPr>
          </a:p>
        </p:txBody>
      </p:sp>
      <p:sp>
        <p:nvSpPr>
          <p:cNvPr id="131" name="Google Shape;131;p19"/>
          <p:cNvSpPr txBox="1"/>
          <p:nvPr/>
        </p:nvSpPr>
        <p:spPr>
          <a:xfrm>
            <a:off x="6553200" y="4767263"/>
            <a:ext cx="2133600" cy="273900"/>
          </a:xfrm>
          <a:prstGeom prst="rect">
            <a:avLst/>
          </a:prstGeom>
          <a:noFill/>
          <a:ln>
            <a:noFill/>
          </a:ln>
        </p:spPr>
        <p:txBody>
          <a:bodyPr spcFirstLastPara="1" wrap="square" lIns="91425" tIns="45700" rIns="91425" bIns="45700" anchor="ctr" anchorCtr="0">
            <a:noAutofit/>
          </a:bodyPr>
          <a:lstStyle/>
          <a:p>
            <a:pPr marL="0" marR="0" lvl="0" indent="0" algn="r" rtl="0">
              <a:lnSpc>
                <a:spcPct val="100000"/>
              </a:lnSpc>
              <a:spcBef>
                <a:spcPts val="0"/>
              </a:spcBef>
              <a:spcAft>
                <a:spcPts val="0"/>
              </a:spcAft>
              <a:buClr>
                <a:srgbClr val="898989"/>
              </a:buClr>
              <a:buSzPts val="1200"/>
              <a:buFont typeface="Calibri"/>
              <a:buNone/>
            </a:pPr>
            <a:fld id="{00000000-1234-1234-1234-123412341234}" type="slidenum">
              <a:rPr lang="en-GB" sz="1200" b="0" i="0" u="none" strike="noStrike" cap="none">
                <a:solidFill>
                  <a:srgbClr val="898989"/>
                </a:solidFill>
                <a:latin typeface="Calibri"/>
                <a:ea typeface="Calibri"/>
                <a:cs typeface="Calibri"/>
                <a:sym typeface="Calibri"/>
              </a:rPr>
              <a:t>6</a:t>
            </a:fld>
            <a:endParaRPr sz="1400" b="0" i="0" u="none" strike="noStrike" cap="none">
              <a:solidFill>
                <a:srgbClr val="000000"/>
              </a:solidFill>
              <a:latin typeface="Arial"/>
              <a:ea typeface="Arial"/>
              <a:cs typeface="Arial"/>
              <a:sym typeface="Arial"/>
            </a:endParaRPr>
          </a:p>
        </p:txBody>
      </p:sp>
      <p:pic>
        <p:nvPicPr>
          <p:cNvPr id="132" name="Google Shape;132;p19" descr="C:\Users\DELL\Desktop\pccoer.jpg"/>
          <p:cNvPicPr preferRelativeResize="0"/>
          <p:nvPr/>
        </p:nvPicPr>
        <p:blipFill rotWithShape="1">
          <a:blip r:embed="rId3">
            <a:alphaModFix/>
          </a:blip>
          <a:srcRect/>
          <a:stretch/>
        </p:blipFill>
        <p:spPr>
          <a:xfrm>
            <a:off x="3657600" y="0"/>
            <a:ext cx="1371600" cy="910828"/>
          </a:xfrm>
          <a:prstGeom prst="rect">
            <a:avLst/>
          </a:prstGeom>
          <a:noFill/>
          <a:ln>
            <a:noFill/>
          </a:ln>
        </p:spPr>
      </p:pic>
      <p:graphicFrame>
        <p:nvGraphicFramePr>
          <p:cNvPr id="133" name="Google Shape;133;p19"/>
          <p:cNvGraphicFramePr/>
          <p:nvPr>
            <p:extLst>
              <p:ext uri="{D42A27DB-BD31-4B8C-83A1-F6EECF244321}">
                <p14:modId xmlns:p14="http://schemas.microsoft.com/office/powerpoint/2010/main" val="2157723324"/>
              </p:ext>
            </p:extLst>
          </p:nvPr>
        </p:nvGraphicFramePr>
        <p:xfrm>
          <a:off x="297362" y="1684054"/>
          <a:ext cx="8721900" cy="2910750"/>
        </p:xfrm>
        <a:graphic>
          <a:graphicData uri="http://schemas.openxmlformats.org/drawingml/2006/table">
            <a:tbl>
              <a:tblPr firstRow="1" bandRow="1">
                <a:noFill/>
                <a:tableStyleId>{49F84ED3-93C1-41D6-B369-CD37911B0747}</a:tableStyleId>
              </a:tblPr>
              <a:tblGrid>
                <a:gridCol w="2180475">
                  <a:extLst>
                    <a:ext uri="{9D8B030D-6E8A-4147-A177-3AD203B41FA5}">
                      <a16:colId xmlns:a16="http://schemas.microsoft.com/office/drawing/2014/main" val="20000"/>
                    </a:ext>
                  </a:extLst>
                </a:gridCol>
                <a:gridCol w="2180475">
                  <a:extLst>
                    <a:ext uri="{9D8B030D-6E8A-4147-A177-3AD203B41FA5}">
                      <a16:colId xmlns:a16="http://schemas.microsoft.com/office/drawing/2014/main" val="20001"/>
                    </a:ext>
                  </a:extLst>
                </a:gridCol>
                <a:gridCol w="2180475">
                  <a:extLst>
                    <a:ext uri="{9D8B030D-6E8A-4147-A177-3AD203B41FA5}">
                      <a16:colId xmlns:a16="http://schemas.microsoft.com/office/drawing/2014/main" val="20002"/>
                    </a:ext>
                  </a:extLst>
                </a:gridCol>
                <a:gridCol w="2180475">
                  <a:extLst>
                    <a:ext uri="{9D8B030D-6E8A-4147-A177-3AD203B41FA5}">
                      <a16:colId xmlns:a16="http://schemas.microsoft.com/office/drawing/2014/main" val="20003"/>
                    </a:ext>
                  </a:extLst>
                </a:gridCol>
              </a:tblGrid>
              <a:tr h="382650">
                <a:tc>
                  <a:txBody>
                    <a:bodyPr/>
                    <a:lstStyle/>
                    <a:p>
                      <a:pPr marL="0" marR="0" lvl="0" indent="0" algn="l" rtl="0">
                        <a:lnSpc>
                          <a:spcPct val="100000"/>
                        </a:lnSpc>
                        <a:spcBef>
                          <a:spcPts val="0"/>
                        </a:spcBef>
                        <a:spcAft>
                          <a:spcPts val="0"/>
                        </a:spcAft>
                        <a:buClr>
                          <a:srgbClr val="000000"/>
                        </a:buClr>
                        <a:buSzPts val="1500"/>
                        <a:buFont typeface="Arial"/>
                        <a:buNone/>
                      </a:pPr>
                      <a:r>
                        <a:rPr lang="en-GB" sz="1500" u="none" strike="noStrike" cap="none">
                          <a:solidFill>
                            <a:schemeClr val="dk1"/>
                          </a:solidFill>
                          <a:latin typeface="Times New Roman"/>
                          <a:ea typeface="Times New Roman"/>
                          <a:cs typeface="Times New Roman"/>
                          <a:sym typeface="Times New Roman"/>
                        </a:rPr>
                        <a:t>AUTHOR</a:t>
                      </a:r>
                      <a:endParaRPr sz="1500" u="none" strike="noStrike" cap="none">
                        <a:solidFill>
                          <a:schemeClr val="dk1"/>
                        </a:solidFill>
                        <a:latin typeface="Times New Roman"/>
                        <a:ea typeface="Times New Roman"/>
                        <a:cs typeface="Times New Roman"/>
                        <a:sym typeface="Times New Roman"/>
                      </a:endParaRPr>
                    </a:p>
                  </a:txBody>
                  <a:tcPr marL="91425" marR="91425" marT="91425" marB="914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chemeClr val="lt1"/>
                    </a:solidFill>
                  </a:tcPr>
                </a:tc>
                <a:tc>
                  <a:txBody>
                    <a:bodyPr/>
                    <a:lstStyle/>
                    <a:p>
                      <a:pPr marL="0" marR="0" lvl="0" indent="0" algn="l" rtl="0">
                        <a:lnSpc>
                          <a:spcPct val="100000"/>
                        </a:lnSpc>
                        <a:spcBef>
                          <a:spcPts val="0"/>
                        </a:spcBef>
                        <a:spcAft>
                          <a:spcPts val="0"/>
                        </a:spcAft>
                        <a:buClr>
                          <a:srgbClr val="000000"/>
                        </a:buClr>
                        <a:buSzPts val="1500"/>
                        <a:buFont typeface="Arial"/>
                        <a:buNone/>
                      </a:pPr>
                      <a:r>
                        <a:rPr lang="en-GB" sz="1500" u="none" strike="noStrike" cap="none">
                          <a:solidFill>
                            <a:schemeClr val="dk1"/>
                          </a:solidFill>
                          <a:latin typeface="Times New Roman"/>
                          <a:ea typeface="Times New Roman"/>
                          <a:cs typeface="Times New Roman"/>
                          <a:sym typeface="Times New Roman"/>
                        </a:rPr>
                        <a:t>TITLE</a:t>
                      </a:r>
                      <a:endParaRPr sz="1500" u="none" strike="noStrike" cap="none">
                        <a:solidFill>
                          <a:schemeClr val="dk1"/>
                        </a:solidFill>
                        <a:latin typeface="Times New Roman"/>
                        <a:ea typeface="Times New Roman"/>
                        <a:cs typeface="Times New Roman"/>
                        <a:sym typeface="Times New Roman"/>
                      </a:endParaRPr>
                    </a:p>
                  </a:txBody>
                  <a:tcPr marL="91425" marR="91425" marT="91425" marB="914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chemeClr val="lt1"/>
                    </a:solidFill>
                  </a:tcPr>
                </a:tc>
                <a:tc>
                  <a:txBody>
                    <a:bodyPr/>
                    <a:lstStyle/>
                    <a:p>
                      <a:pPr marL="0" marR="0" lvl="0" indent="0" algn="l" rtl="0">
                        <a:lnSpc>
                          <a:spcPct val="100000"/>
                        </a:lnSpc>
                        <a:spcBef>
                          <a:spcPts val="0"/>
                        </a:spcBef>
                        <a:spcAft>
                          <a:spcPts val="0"/>
                        </a:spcAft>
                        <a:buClr>
                          <a:srgbClr val="000000"/>
                        </a:buClr>
                        <a:buSzPts val="1500"/>
                        <a:buFont typeface="Arial"/>
                        <a:buNone/>
                      </a:pPr>
                      <a:r>
                        <a:rPr lang="en-GB" sz="1500" u="none" strike="noStrike" cap="none">
                          <a:solidFill>
                            <a:schemeClr val="dk1"/>
                          </a:solidFill>
                          <a:latin typeface="Times New Roman"/>
                          <a:ea typeface="Times New Roman"/>
                          <a:cs typeface="Times New Roman"/>
                          <a:sym typeface="Times New Roman"/>
                        </a:rPr>
                        <a:t>METHODOLOGY</a:t>
                      </a:r>
                      <a:endParaRPr sz="1500" u="none" strike="noStrike" cap="none">
                        <a:solidFill>
                          <a:schemeClr val="dk1"/>
                        </a:solidFill>
                        <a:latin typeface="Times New Roman"/>
                        <a:ea typeface="Times New Roman"/>
                        <a:cs typeface="Times New Roman"/>
                        <a:sym typeface="Times New Roman"/>
                      </a:endParaRPr>
                    </a:p>
                  </a:txBody>
                  <a:tcPr marL="91425" marR="91425" marT="91425" marB="914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chemeClr val="lt1"/>
                    </a:solidFill>
                  </a:tcPr>
                </a:tc>
                <a:tc>
                  <a:txBody>
                    <a:bodyPr/>
                    <a:lstStyle/>
                    <a:p>
                      <a:pPr marL="0" marR="0" lvl="0" indent="0" algn="l" rtl="0">
                        <a:lnSpc>
                          <a:spcPct val="100000"/>
                        </a:lnSpc>
                        <a:spcBef>
                          <a:spcPts val="0"/>
                        </a:spcBef>
                        <a:spcAft>
                          <a:spcPts val="0"/>
                        </a:spcAft>
                        <a:buClr>
                          <a:srgbClr val="000000"/>
                        </a:buClr>
                        <a:buSzPts val="1500"/>
                        <a:buFont typeface="Arial"/>
                        <a:buNone/>
                      </a:pPr>
                      <a:r>
                        <a:rPr lang="en-GB" sz="1500" u="none" strike="noStrike" cap="none">
                          <a:solidFill>
                            <a:schemeClr val="dk1"/>
                          </a:solidFill>
                          <a:latin typeface="Times New Roman"/>
                          <a:ea typeface="Times New Roman"/>
                          <a:cs typeface="Times New Roman"/>
                          <a:sym typeface="Times New Roman"/>
                        </a:rPr>
                        <a:t>LIMITATIONS</a:t>
                      </a:r>
                      <a:endParaRPr sz="1500" u="none" strike="noStrike" cap="none">
                        <a:solidFill>
                          <a:schemeClr val="dk1"/>
                        </a:solidFill>
                        <a:latin typeface="Times New Roman"/>
                        <a:ea typeface="Times New Roman"/>
                        <a:cs typeface="Times New Roman"/>
                        <a:sym typeface="Times New Roman"/>
                      </a:endParaRPr>
                    </a:p>
                  </a:txBody>
                  <a:tcPr marL="91425" marR="91425" marT="91425" marB="914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0"/>
                  </a:ext>
                </a:extLst>
              </a:tr>
              <a:tr h="1087625">
                <a:tc>
                  <a:txBody>
                    <a:bodyPr/>
                    <a:lstStyle/>
                    <a:p>
                      <a:pPr marL="0" marR="0" lvl="0" indent="0" algn="l" rtl="0">
                        <a:lnSpc>
                          <a:spcPct val="100000"/>
                        </a:lnSpc>
                        <a:spcBef>
                          <a:spcPts val="0"/>
                        </a:spcBef>
                        <a:spcAft>
                          <a:spcPts val="0"/>
                        </a:spcAft>
                        <a:buClr>
                          <a:schemeClr val="dk1"/>
                        </a:buClr>
                        <a:buSzPts val="1100"/>
                        <a:buFont typeface="Arial"/>
                        <a:buNone/>
                      </a:pPr>
                      <a:r>
                        <a:rPr lang="en-IN" dirty="0"/>
                        <a:t>Gemini Team, 2024 </a:t>
                      </a:r>
                    </a:p>
                    <a:p>
                      <a:pPr marL="0" marR="0" lvl="0" indent="0" algn="l" rtl="0">
                        <a:lnSpc>
                          <a:spcPct val="100000"/>
                        </a:lnSpc>
                        <a:spcBef>
                          <a:spcPts val="0"/>
                        </a:spcBef>
                        <a:spcAft>
                          <a:spcPts val="0"/>
                        </a:spcAft>
                        <a:buClr>
                          <a:schemeClr val="dk1"/>
                        </a:buClr>
                        <a:buSzPts val="1100"/>
                        <a:buFont typeface="Arial"/>
                        <a:buNone/>
                      </a:pPr>
                      <a:r>
                        <a:rPr lang="en-IN" dirty="0" err="1"/>
                        <a:t>arXiv</a:t>
                      </a:r>
                      <a:endParaRPr lang="en-GB" sz="1400" b="1" u="none" strike="noStrike" cap="none" dirty="0">
                        <a:solidFill>
                          <a:schemeClr val="dk1"/>
                        </a:solidFill>
                        <a:latin typeface="Times New Roman" panose="02020603050405020304" pitchFamily="18" charset="0"/>
                        <a:ea typeface="Times New Roman"/>
                        <a:cs typeface="Times New Roman" panose="02020603050405020304" pitchFamily="18" charset="0"/>
                        <a:sym typeface="Times New Roman"/>
                      </a:endParaRPr>
                    </a:p>
                  </a:txBody>
                  <a:tcPr marL="91425" marR="91425" marT="91425" marB="914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chemeClr val="lt1"/>
                    </a:solidFill>
                  </a:tcPr>
                </a:tc>
                <a:tc>
                  <a:txBody>
                    <a:bodyPr/>
                    <a:lstStyle/>
                    <a:p>
                      <a:pPr marL="0" marR="0" lvl="0" indent="0" algn="l" rtl="0">
                        <a:lnSpc>
                          <a:spcPct val="100000"/>
                        </a:lnSpc>
                        <a:spcBef>
                          <a:spcPts val="0"/>
                        </a:spcBef>
                        <a:spcAft>
                          <a:spcPts val="0"/>
                        </a:spcAft>
                        <a:buClr>
                          <a:srgbClr val="000000"/>
                        </a:buClr>
                        <a:buSzPts val="1200"/>
                        <a:buFont typeface="Arial"/>
                        <a:buNone/>
                      </a:pPr>
                      <a:r>
                        <a:rPr lang="en-IN" dirty="0"/>
                        <a:t>Gemini: A Family of Highly Capable Multimodal Models </a:t>
                      </a:r>
                      <a:endParaRPr lang="en-GB" sz="1400" u="none" strike="noStrike" cap="none" dirty="0">
                        <a:latin typeface="Times New Roman" panose="02020603050405020304" pitchFamily="18" charset="0"/>
                        <a:ea typeface="Times New Roman"/>
                        <a:cs typeface="Times New Roman" panose="02020603050405020304" pitchFamily="18" charset="0"/>
                        <a:sym typeface="Times New Roman"/>
                      </a:endParaRPr>
                    </a:p>
                  </a:txBody>
                  <a:tcPr marL="91425" marR="91425" marT="91425" marB="914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chemeClr val="lt1"/>
                    </a:solidFill>
                  </a:tcPr>
                </a:tc>
                <a:tc>
                  <a:txBody>
                    <a:bodyPr/>
                    <a:lstStyle/>
                    <a:p>
                      <a:pPr marL="139700" marR="0" lvl="0" indent="0" algn="l" rtl="0">
                        <a:lnSpc>
                          <a:spcPct val="100000"/>
                        </a:lnSpc>
                        <a:spcBef>
                          <a:spcPts val="0"/>
                        </a:spcBef>
                        <a:spcAft>
                          <a:spcPts val="0"/>
                        </a:spcAft>
                        <a:buClr>
                          <a:srgbClr val="000000"/>
                        </a:buClr>
                        <a:buSzPts val="1400"/>
                        <a:buFont typeface="Times New Roman"/>
                        <a:buNone/>
                      </a:pPr>
                      <a:r>
                        <a:rPr lang="en-IN" dirty="0"/>
                        <a:t>Describes a family of multimodal models for text, image, and reasoning tasks</a:t>
                      </a:r>
                      <a:endParaRPr lang="en-US" sz="1400" u="none" strike="noStrike" cap="none" dirty="0">
                        <a:latin typeface="Times New Roman" panose="02020603050405020304" pitchFamily="18" charset="0"/>
                        <a:ea typeface="Times New Roman"/>
                        <a:cs typeface="Times New Roman" panose="02020603050405020304" pitchFamily="18" charset="0"/>
                        <a:sym typeface="Times New Roman"/>
                      </a:endParaRPr>
                    </a:p>
                  </a:txBody>
                  <a:tcPr marL="91425" marR="91425" marT="91425" marB="914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chemeClr val="lt1"/>
                    </a:solidFill>
                  </a:tcPr>
                </a:tc>
                <a:tc>
                  <a:txBody>
                    <a:bodyPr/>
                    <a:lstStyle/>
                    <a:p>
                      <a:pPr marL="139700" marR="0" lvl="0" indent="0" algn="l" rtl="0">
                        <a:lnSpc>
                          <a:spcPct val="100000"/>
                        </a:lnSpc>
                        <a:spcBef>
                          <a:spcPts val="0"/>
                        </a:spcBef>
                        <a:spcAft>
                          <a:spcPts val="0"/>
                        </a:spcAft>
                        <a:buClr>
                          <a:srgbClr val="000000"/>
                        </a:buClr>
                        <a:buSzPts val="1400"/>
                        <a:buFont typeface="Times New Roman"/>
                        <a:buNone/>
                      </a:pPr>
                      <a:r>
                        <a:rPr lang="en-IN" dirty="0"/>
                        <a:t>Model capability alone does not define auditable incident workflow or local system policy.</a:t>
                      </a:r>
                      <a:endParaRPr lang="en-US" sz="1400" u="none" strike="noStrike" cap="none" dirty="0">
                        <a:latin typeface="Times New Roman" panose="02020603050405020304" pitchFamily="18" charset="0"/>
                        <a:ea typeface="Times New Roman"/>
                        <a:cs typeface="Times New Roman" panose="02020603050405020304" pitchFamily="18" charset="0"/>
                        <a:sym typeface="Times New Roman"/>
                      </a:endParaRPr>
                    </a:p>
                  </a:txBody>
                  <a:tcPr marL="91425" marR="91425" marT="91425" marB="914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tcPr>
                </a:tc>
                <a:extLst>
                  <a:ext uri="{0D108BD9-81ED-4DB2-BD59-A6C34878D82A}">
                    <a16:rowId xmlns:a16="http://schemas.microsoft.com/office/drawing/2014/main" val="10001"/>
                  </a:ext>
                </a:extLst>
              </a:tr>
              <a:tr h="1087625">
                <a:tc>
                  <a:txBody>
                    <a:bodyPr/>
                    <a:lstStyle/>
                    <a:p>
                      <a:pPr marL="0" marR="0" lvl="0" indent="0" algn="l" rtl="0">
                        <a:lnSpc>
                          <a:spcPct val="100000"/>
                        </a:lnSpc>
                        <a:spcBef>
                          <a:spcPts val="0"/>
                        </a:spcBef>
                        <a:spcAft>
                          <a:spcPts val="0"/>
                        </a:spcAft>
                        <a:buClr>
                          <a:schemeClr val="dk1"/>
                        </a:buClr>
                        <a:buSzPts val="1100"/>
                        <a:buFont typeface="Arial"/>
                        <a:buNone/>
                      </a:pPr>
                      <a:r>
                        <a:rPr lang="en-IN" dirty="0"/>
                        <a:t>Liu et al., 2024</a:t>
                      </a:r>
                    </a:p>
                    <a:p>
                      <a:pPr marL="0" marR="0" lvl="0" indent="0" algn="l" rtl="0">
                        <a:lnSpc>
                          <a:spcPct val="100000"/>
                        </a:lnSpc>
                        <a:spcBef>
                          <a:spcPts val="0"/>
                        </a:spcBef>
                        <a:spcAft>
                          <a:spcPts val="0"/>
                        </a:spcAft>
                        <a:buClr>
                          <a:schemeClr val="dk1"/>
                        </a:buClr>
                        <a:buSzPts val="1100"/>
                        <a:buFont typeface="Arial"/>
                        <a:buNone/>
                      </a:pPr>
                      <a:r>
                        <a:rPr lang="en-IN" dirty="0" err="1"/>
                        <a:t>NeurIPS</a:t>
                      </a:r>
                      <a:endParaRPr sz="1400" b="1" u="none" strike="noStrike" cap="none" dirty="0">
                        <a:latin typeface="Times New Roman"/>
                        <a:ea typeface="Times New Roman"/>
                        <a:cs typeface="Times New Roman"/>
                        <a:sym typeface="Times New Roman"/>
                      </a:endParaRPr>
                    </a:p>
                  </a:txBody>
                  <a:tcPr marL="91425" marR="91425" marT="91425" marB="914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chemeClr val="lt1"/>
                    </a:solidFill>
                  </a:tcPr>
                </a:tc>
                <a:tc>
                  <a:txBody>
                    <a:bodyPr/>
                    <a:lstStyle/>
                    <a:p>
                      <a:pPr marL="0" marR="0" lvl="0" indent="0" algn="l" rtl="0">
                        <a:lnSpc>
                          <a:spcPct val="100000"/>
                        </a:lnSpc>
                        <a:spcBef>
                          <a:spcPts val="0"/>
                        </a:spcBef>
                        <a:spcAft>
                          <a:spcPts val="0"/>
                        </a:spcAft>
                        <a:buClr>
                          <a:srgbClr val="000000"/>
                        </a:buClr>
                        <a:buSzPts val="1300"/>
                        <a:buFont typeface="Arial"/>
                        <a:buNone/>
                      </a:pPr>
                      <a:r>
                        <a:rPr lang="en-IN" dirty="0"/>
                        <a:t>Visual Instruction Tuning</a:t>
                      </a:r>
                      <a:endParaRPr sz="1400" u="none" strike="noStrike" cap="none" dirty="0">
                        <a:latin typeface="Times New Roman"/>
                        <a:ea typeface="Times New Roman"/>
                        <a:cs typeface="Times New Roman"/>
                        <a:sym typeface="Times New Roman"/>
                      </a:endParaRPr>
                    </a:p>
                  </a:txBody>
                  <a:tcPr marL="91425" marR="91425" marT="91425" marB="914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chemeClr val="lt1"/>
                    </a:solidFill>
                  </a:tcPr>
                </a:tc>
                <a:tc>
                  <a:txBody>
                    <a:bodyPr/>
                    <a:lstStyle/>
                    <a:p>
                      <a:pPr marL="139700" marR="0" lvl="0" indent="0" algn="l" rtl="0">
                        <a:lnSpc>
                          <a:spcPct val="100000"/>
                        </a:lnSpc>
                        <a:spcBef>
                          <a:spcPts val="0"/>
                        </a:spcBef>
                        <a:spcAft>
                          <a:spcPts val="0"/>
                        </a:spcAft>
                        <a:buClr>
                          <a:srgbClr val="000000"/>
                        </a:buClr>
                        <a:buSzPts val="1400"/>
                        <a:buFont typeface="Times New Roman"/>
                        <a:buNone/>
                      </a:pPr>
                      <a:r>
                        <a:rPr lang="en-IN" dirty="0"/>
                        <a:t>Trains </a:t>
                      </a:r>
                      <a:r>
                        <a:rPr lang="en-IN" dirty="0" err="1"/>
                        <a:t>instructionfollowing</a:t>
                      </a:r>
                      <a:r>
                        <a:rPr lang="en-IN" dirty="0"/>
                        <a:t> </a:t>
                      </a:r>
                      <a:r>
                        <a:rPr lang="en-IN" dirty="0" err="1"/>
                        <a:t>visionlanguage</a:t>
                      </a:r>
                      <a:r>
                        <a:rPr lang="en-IN" dirty="0"/>
                        <a:t> assistants. </a:t>
                      </a:r>
                      <a:endParaRPr sz="1400" u="none" strike="noStrike" cap="none" dirty="0">
                        <a:latin typeface="Times New Roman"/>
                        <a:ea typeface="Times New Roman"/>
                        <a:cs typeface="Times New Roman"/>
                        <a:sym typeface="Times New Roman"/>
                      </a:endParaRPr>
                    </a:p>
                  </a:txBody>
                  <a:tcPr marL="91425" marR="91425" marT="91425" marB="914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chemeClr val="lt1"/>
                    </a:solidFill>
                  </a:tcPr>
                </a:tc>
                <a:tc>
                  <a:txBody>
                    <a:bodyPr/>
                    <a:lstStyle/>
                    <a:p>
                      <a:pPr marL="139700" marR="0" lvl="0" indent="0" algn="l" rtl="0">
                        <a:lnSpc>
                          <a:spcPct val="100000"/>
                        </a:lnSpc>
                        <a:spcBef>
                          <a:spcPts val="0"/>
                        </a:spcBef>
                        <a:spcAft>
                          <a:spcPts val="0"/>
                        </a:spcAft>
                        <a:buClr>
                          <a:srgbClr val="000000"/>
                        </a:buClr>
                        <a:buSzPts val="1400"/>
                        <a:buFont typeface="Times New Roman"/>
                        <a:buNone/>
                      </a:pPr>
                      <a:r>
                        <a:rPr lang="en-IN" dirty="0"/>
                        <a:t>General assistant </a:t>
                      </a:r>
                      <a:r>
                        <a:rPr lang="en-IN" dirty="0" err="1"/>
                        <a:t>behavior</a:t>
                      </a:r>
                      <a:r>
                        <a:rPr lang="en-IN" dirty="0"/>
                        <a:t> still requires </a:t>
                      </a:r>
                      <a:r>
                        <a:rPr lang="en-IN" dirty="0" err="1"/>
                        <a:t>projectspecific</a:t>
                      </a:r>
                      <a:r>
                        <a:rPr lang="en-IN" dirty="0"/>
                        <a:t> validation and policy control.</a:t>
                      </a:r>
                      <a:endParaRPr sz="1400" u="none" strike="noStrike" cap="none" dirty="0">
                        <a:latin typeface="Times New Roman"/>
                        <a:ea typeface="Times New Roman"/>
                        <a:cs typeface="Times New Roman"/>
                        <a:sym typeface="Times New Roman"/>
                      </a:endParaRPr>
                    </a:p>
                  </a:txBody>
                  <a:tcPr marL="91425" marR="91425" marT="91425" marB="914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2"/>
                  </a:ext>
                </a:extLst>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37"/>
        <p:cNvGrpSpPr/>
        <p:nvPr/>
      </p:nvGrpSpPr>
      <p:grpSpPr>
        <a:xfrm>
          <a:off x="0" y="0"/>
          <a:ext cx="0" cy="0"/>
          <a:chOff x="0" y="0"/>
          <a:chExt cx="0" cy="0"/>
        </a:xfrm>
      </p:grpSpPr>
      <p:sp>
        <p:nvSpPr>
          <p:cNvPr id="138" name="Google Shape;138;p20"/>
          <p:cNvSpPr txBox="1"/>
          <p:nvPr/>
        </p:nvSpPr>
        <p:spPr>
          <a:xfrm>
            <a:off x="0" y="914400"/>
            <a:ext cx="9144000" cy="57000"/>
          </a:xfrm>
          <a:prstGeom prst="rect">
            <a:avLst/>
          </a:prstGeom>
          <a:solidFill>
            <a:schemeClr val="accent2">
              <a:alpha val="48235"/>
            </a:schemeClr>
          </a:solidFill>
          <a:ln w="25400" cap="flat" cmpd="sng">
            <a:solidFill>
              <a:srgbClr val="A0D3E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800"/>
              <a:buFont typeface="Arial"/>
              <a:buNone/>
            </a:pPr>
            <a:endParaRPr sz="1800" b="0" i="0" u="none" strike="noStrike" cap="none">
              <a:solidFill>
                <a:schemeClr val="dk1"/>
              </a:solidFill>
              <a:latin typeface="Arial"/>
              <a:ea typeface="Arial"/>
              <a:cs typeface="Arial"/>
              <a:sym typeface="Arial"/>
            </a:endParaRPr>
          </a:p>
        </p:txBody>
      </p:sp>
      <p:sp>
        <p:nvSpPr>
          <p:cNvPr id="139" name="Google Shape;139;p20"/>
          <p:cNvSpPr txBox="1"/>
          <p:nvPr/>
        </p:nvSpPr>
        <p:spPr>
          <a:xfrm>
            <a:off x="124690" y="1026650"/>
            <a:ext cx="8894620" cy="3865017"/>
          </a:xfrm>
          <a:prstGeom prst="rect">
            <a:avLst/>
          </a:prstGeom>
          <a:noFill/>
          <a:ln>
            <a:noFill/>
          </a:ln>
        </p:spPr>
        <p:txBody>
          <a:bodyPr spcFirstLastPara="1" wrap="square" lIns="91425" tIns="45700" rIns="91425" bIns="45700" anchor="t" anchorCtr="0">
            <a:noAutofit/>
          </a:bodyPr>
          <a:lstStyle/>
          <a:p>
            <a:pPr marL="457200" marR="0" lvl="0" indent="0" algn="l" rtl="0">
              <a:lnSpc>
                <a:spcPct val="100000"/>
              </a:lnSpc>
              <a:spcBef>
                <a:spcPts val="0"/>
              </a:spcBef>
              <a:spcAft>
                <a:spcPts val="0"/>
              </a:spcAft>
              <a:buClr>
                <a:srgbClr val="000000"/>
              </a:buClr>
              <a:buSzPts val="3700"/>
              <a:buFont typeface="Arial"/>
              <a:buNone/>
            </a:pPr>
            <a:endParaRPr sz="1400" b="1" i="0" u="none" strike="noStrike" cap="none">
              <a:solidFill>
                <a:schemeClr val="dk1"/>
              </a:solidFill>
              <a:latin typeface="Times New Roman"/>
              <a:ea typeface="Times New Roman"/>
              <a:cs typeface="Times New Roman"/>
              <a:sym typeface="Times New Roman"/>
            </a:endParaRPr>
          </a:p>
        </p:txBody>
      </p:sp>
      <p:sp>
        <p:nvSpPr>
          <p:cNvPr id="140" name="Google Shape;140;p20"/>
          <p:cNvSpPr txBox="1"/>
          <p:nvPr/>
        </p:nvSpPr>
        <p:spPr>
          <a:xfrm>
            <a:off x="6553200" y="4767263"/>
            <a:ext cx="2133600" cy="273900"/>
          </a:xfrm>
          <a:prstGeom prst="rect">
            <a:avLst/>
          </a:prstGeom>
          <a:noFill/>
          <a:ln>
            <a:noFill/>
          </a:ln>
        </p:spPr>
        <p:txBody>
          <a:bodyPr spcFirstLastPara="1" wrap="square" lIns="91425" tIns="45700" rIns="91425" bIns="45700" anchor="ctr" anchorCtr="0">
            <a:noAutofit/>
          </a:bodyPr>
          <a:lstStyle/>
          <a:p>
            <a:pPr marL="0" marR="0" lvl="0" indent="0" algn="r" rtl="0">
              <a:lnSpc>
                <a:spcPct val="100000"/>
              </a:lnSpc>
              <a:spcBef>
                <a:spcPts val="0"/>
              </a:spcBef>
              <a:spcAft>
                <a:spcPts val="0"/>
              </a:spcAft>
              <a:buClr>
                <a:srgbClr val="898989"/>
              </a:buClr>
              <a:buSzPts val="1200"/>
              <a:buFont typeface="Calibri"/>
              <a:buNone/>
            </a:pPr>
            <a:fld id="{00000000-1234-1234-1234-123412341234}" type="slidenum">
              <a:rPr lang="en-GB" sz="1200" b="0" i="0" u="none" strike="noStrike" cap="none">
                <a:solidFill>
                  <a:srgbClr val="898989"/>
                </a:solidFill>
                <a:latin typeface="Calibri"/>
                <a:ea typeface="Calibri"/>
                <a:cs typeface="Calibri"/>
                <a:sym typeface="Calibri"/>
              </a:rPr>
              <a:t>7</a:t>
            </a:fld>
            <a:endParaRPr sz="1400" b="0" i="0" u="none" strike="noStrike" cap="none">
              <a:solidFill>
                <a:srgbClr val="000000"/>
              </a:solidFill>
              <a:latin typeface="Arial"/>
              <a:ea typeface="Arial"/>
              <a:cs typeface="Arial"/>
              <a:sym typeface="Arial"/>
            </a:endParaRPr>
          </a:p>
        </p:txBody>
      </p:sp>
      <p:pic>
        <p:nvPicPr>
          <p:cNvPr id="141" name="Google Shape;141;p20" descr="C:\Users\DELL\Desktop\pccoer.jpg"/>
          <p:cNvPicPr preferRelativeResize="0"/>
          <p:nvPr/>
        </p:nvPicPr>
        <p:blipFill rotWithShape="1">
          <a:blip r:embed="rId3">
            <a:alphaModFix/>
          </a:blip>
          <a:srcRect/>
          <a:stretch/>
        </p:blipFill>
        <p:spPr>
          <a:xfrm>
            <a:off x="3657600" y="0"/>
            <a:ext cx="1371600" cy="910828"/>
          </a:xfrm>
          <a:prstGeom prst="rect">
            <a:avLst/>
          </a:prstGeom>
          <a:noFill/>
          <a:ln>
            <a:noFill/>
          </a:ln>
        </p:spPr>
      </p:pic>
      <p:graphicFrame>
        <p:nvGraphicFramePr>
          <p:cNvPr id="142" name="Google Shape;142;p20"/>
          <p:cNvGraphicFramePr/>
          <p:nvPr>
            <p:extLst>
              <p:ext uri="{D42A27DB-BD31-4B8C-83A1-F6EECF244321}">
                <p14:modId xmlns:p14="http://schemas.microsoft.com/office/powerpoint/2010/main" val="3979383662"/>
              </p:ext>
            </p:extLst>
          </p:nvPr>
        </p:nvGraphicFramePr>
        <p:xfrm>
          <a:off x="124690" y="1144859"/>
          <a:ext cx="8894600" cy="3642450"/>
        </p:xfrm>
        <a:graphic>
          <a:graphicData uri="http://schemas.openxmlformats.org/drawingml/2006/table">
            <a:tbl>
              <a:tblPr firstRow="1" bandRow="1">
                <a:noFill/>
                <a:tableStyleId>{49F84ED3-93C1-41D6-B369-CD37911B0747}</a:tableStyleId>
              </a:tblPr>
              <a:tblGrid>
                <a:gridCol w="2223650">
                  <a:extLst>
                    <a:ext uri="{9D8B030D-6E8A-4147-A177-3AD203B41FA5}">
                      <a16:colId xmlns:a16="http://schemas.microsoft.com/office/drawing/2014/main" val="20000"/>
                    </a:ext>
                  </a:extLst>
                </a:gridCol>
                <a:gridCol w="2223650">
                  <a:extLst>
                    <a:ext uri="{9D8B030D-6E8A-4147-A177-3AD203B41FA5}">
                      <a16:colId xmlns:a16="http://schemas.microsoft.com/office/drawing/2014/main" val="20001"/>
                    </a:ext>
                  </a:extLst>
                </a:gridCol>
                <a:gridCol w="2223650">
                  <a:extLst>
                    <a:ext uri="{9D8B030D-6E8A-4147-A177-3AD203B41FA5}">
                      <a16:colId xmlns:a16="http://schemas.microsoft.com/office/drawing/2014/main" val="20002"/>
                    </a:ext>
                  </a:extLst>
                </a:gridCol>
                <a:gridCol w="2223650">
                  <a:extLst>
                    <a:ext uri="{9D8B030D-6E8A-4147-A177-3AD203B41FA5}">
                      <a16:colId xmlns:a16="http://schemas.microsoft.com/office/drawing/2014/main" val="20003"/>
                    </a:ext>
                  </a:extLst>
                </a:gridCol>
              </a:tblGrid>
              <a:tr h="336125">
                <a:tc>
                  <a:txBody>
                    <a:bodyPr/>
                    <a:lstStyle/>
                    <a:p>
                      <a:pPr marL="0" marR="0" lvl="0" indent="0" algn="l" rtl="0">
                        <a:lnSpc>
                          <a:spcPct val="100000"/>
                        </a:lnSpc>
                        <a:spcBef>
                          <a:spcPts val="0"/>
                        </a:spcBef>
                        <a:spcAft>
                          <a:spcPts val="0"/>
                        </a:spcAft>
                        <a:buClr>
                          <a:srgbClr val="000000"/>
                        </a:buClr>
                        <a:buSzPts val="1500"/>
                        <a:buFont typeface="Arial"/>
                        <a:buNone/>
                      </a:pPr>
                      <a:r>
                        <a:rPr lang="en-GB" sz="1500" u="none" strike="noStrike" cap="none">
                          <a:solidFill>
                            <a:schemeClr val="dk1"/>
                          </a:solidFill>
                          <a:latin typeface="Times New Roman"/>
                          <a:ea typeface="Times New Roman"/>
                          <a:cs typeface="Times New Roman"/>
                          <a:sym typeface="Times New Roman"/>
                        </a:rPr>
                        <a:t>AUTHOR</a:t>
                      </a:r>
                      <a:endParaRPr sz="1500" u="none" strike="noStrike" cap="none">
                        <a:solidFill>
                          <a:schemeClr val="dk1"/>
                        </a:solidFill>
                        <a:latin typeface="Times New Roman"/>
                        <a:ea typeface="Times New Roman"/>
                        <a:cs typeface="Times New Roman"/>
                        <a:sym typeface="Times New Roman"/>
                      </a:endParaRPr>
                    </a:p>
                  </a:txBody>
                  <a:tcPr marL="91425" marR="91425" marT="91425" marB="914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chemeClr val="lt1"/>
                    </a:solidFill>
                  </a:tcPr>
                </a:tc>
                <a:tc>
                  <a:txBody>
                    <a:bodyPr/>
                    <a:lstStyle/>
                    <a:p>
                      <a:pPr marL="0" marR="0" lvl="0" indent="0" algn="l" rtl="0">
                        <a:lnSpc>
                          <a:spcPct val="100000"/>
                        </a:lnSpc>
                        <a:spcBef>
                          <a:spcPts val="0"/>
                        </a:spcBef>
                        <a:spcAft>
                          <a:spcPts val="0"/>
                        </a:spcAft>
                        <a:buClr>
                          <a:srgbClr val="000000"/>
                        </a:buClr>
                        <a:buSzPts val="1500"/>
                        <a:buFont typeface="Arial"/>
                        <a:buNone/>
                      </a:pPr>
                      <a:r>
                        <a:rPr lang="en-GB" sz="1500" u="none" strike="noStrike" cap="none">
                          <a:solidFill>
                            <a:schemeClr val="dk1"/>
                          </a:solidFill>
                          <a:latin typeface="Times New Roman"/>
                          <a:ea typeface="Times New Roman"/>
                          <a:cs typeface="Times New Roman"/>
                          <a:sym typeface="Times New Roman"/>
                        </a:rPr>
                        <a:t>TITLE</a:t>
                      </a:r>
                      <a:endParaRPr sz="1500" u="none" strike="noStrike" cap="none">
                        <a:solidFill>
                          <a:schemeClr val="dk1"/>
                        </a:solidFill>
                        <a:latin typeface="Times New Roman"/>
                        <a:ea typeface="Times New Roman"/>
                        <a:cs typeface="Times New Roman"/>
                        <a:sym typeface="Times New Roman"/>
                      </a:endParaRPr>
                    </a:p>
                  </a:txBody>
                  <a:tcPr marL="91425" marR="91425" marT="91425" marB="914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chemeClr val="lt1"/>
                    </a:solidFill>
                  </a:tcPr>
                </a:tc>
                <a:tc>
                  <a:txBody>
                    <a:bodyPr/>
                    <a:lstStyle/>
                    <a:p>
                      <a:pPr marL="0" marR="0" lvl="0" indent="0" algn="l" rtl="0">
                        <a:lnSpc>
                          <a:spcPct val="100000"/>
                        </a:lnSpc>
                        <a:spcBef>
                          <a:spcPts val="0"/>
                        </a:spcBef>
                        <a:spcAft>
                          <a:spcPts val="0"/>
                        </a:spcAft>
                        <a:buClr>
                          <a:srgbClr val="000000"/>
                        </a:buClr>
                        <a:buSzPts val="1500"/>
                        <a:buFont typeface="Arial"/>
                        <a:buNone/>
                      </a:pPr>
                      <a:r>
                        <a:rPr lang="en-GB" sz="1500" u="none" strike="noStrike" cap="none">
                          <a:solidFill>
                            <a:schemeClr val="dk1"/>
                          </a:solidFill>
                          <a:latin typeface="Times New Roman"/>
                          <a:ea typeface="Times New Roman"/>
                          <a:cs typeface="Times New Roman"/>
                          <a:sym typeface="Times New Roman"/>
                        </a:rPr>
                        <a:t>METHODOLOGY</a:t>
                      </a:r>
                      <a:endParaRPr sz="1500" u="none" strike="noStrike" cap="none">
                        <a:solidFill>
                          <a:schemeClr val="dk1"/>
                        </a:solidFill>
                        <a:latin typeface="Times New Roman"/>
                        <a:ea typeface="Times New Roman"/>
                        <a:cs typeface="Times New Roman"/>
                        <a:sym typeface="Times New Roman"/>
                      </a:endParaRPr>
                    </a:p>
                  </a:txBody>
                  <a:tcPr marL="91425" marR="91425" marT="91425" marB="914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chemeClr val="lt1"/>
                    </a:solidFill>
                  </a:tcPr>
                </a:tc>
                <a:tc>
                  <a:txBody>
                    <a:bodyPr/>
                    <a:lstStyle/>
                    <a:p>
                      <a:pPr marL="0" marR="0" lvl="0" indent="0" algn="l" rtl="0">
                        <a:lnSpc>
                          <a:spcPct val="100000"/>
                        </a:lnSpc>
                        <a:spcBef>
                          <a:spcPts val="0"/>
                        </a:spcBef>
                        <a:spcAft>
                          <a:spcPts val="0"/>
                        </a:spcAft>
                        <a:buClr>
                          <a:srgbClr val="000000"/>
                        </a:buClr>
                        <a:buSzPts val="1500"/>
                        <a:buFont typeface="Arial"/>
                        <a:buNone/>
                      </a:pPr>
                      <a:r>
                        <a:rPr lang="en-GB" sz="1500" u="none" strike="noStrike" cap="none">
                          <a:solidFill>
                            <a:schemeClr val="dk1"/>
                          </a:solidFill>
                          <a:latin typeface="Times New Roman"/>
                          <a:ea typeface="Times New Roman"/>
                          <a:cs typeface="Times New Roman"/>
                          <a:sym typeface="Times New Roman"/>
                        </a:rPr>
                        <a:t>LIMITATIONS</a:t>
                      </a:r>
                      <a:endParaRPr sz="1500" u="none" strike="noStrike" cap="none">
                        <a:solidFill>
                          <a:schemeClr val="dk1"/>
                        </a:solidFill>
                        <a:latin typeface="Times New Roman"/>
                        <a:ea typeface="Times New Roman"/>
                        <a:cs typeface="Times New Roman"/>
                        <a:sym typeface="Times New Roman"/>
                      </a:endParaRPr>
                    </a:p>
                  </a:txBody>
                  <a:tcPr marL="91425" marR="91425" marT="91425" marB="914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0"/>
                  </a:ext>
                </a:extLst>
              </a:tr>
              <a:tr h="1615500">
                <a:tc>
                  <a:txBody>
                    <a:bodyPr/>
                    <a:lstStyle/>
                    <a:p>
                      <a:pPr marL="0" marR="0" lvl="0" indent="0" algn="l" rtl="0">
                        <a:lnSpc>
                          <a:spcPct val="100000"/>
                        </a:lnSpc>
                        <a:spcBef>
                          <a:spcPts val="0"/>
                        </a:spcBef>
                        <a:spcAft>
                          <a:spcPts val="0"/>
                        </a:spcAft>
                        <a:buClr>
                          <a:srgbClr val="000000"/>
                        </a:buClr>
                        <a:buSzPts val="1400"/>
                        <a:buFont typeface="Arial"/>
                        <a:buNone/>
                      </a:pPr>
                      <a:r>
                        <a:rPr lang="en-IN" dirty="0"/>
                        <a:t>Haas, </a:t>
                      </a:r>
                      <a:r>
                        <a:rPr lang="en-IN" dirty="0" err="1"/>
                        <a:t>Skreta</a:t>
                      </a:r>
                      <a:r>
                        <a:rPr lang="en-IN" dirty="0"/>
                        <a:t>, Alberti and Finn, 2024 </a:t>
                      </a:r>
                    </a:p>
                    <a:p>
                      <a:pPr marL="0" marR="0" lvl="0" indent="0" algn="l" rtl="0">
                        <a:lnSpc>
                          <a:spcPct val="100000"/>
                        </a:lnSpc>
                        <a:spcBef>
                          <a:spcPts val="0"/>
                        </a:spcBef>
                        <a:spcAft>
                          <a:spcPts val="0"/>
                        </a:spcAft>
                        <a:buClr>
                          <a:srgbClr val="000000"/>
                        </a:buClr>
                        <a:buSzPts val="1400"/>
                        <a:buFont typeface="Arial"/>
                        <a:buNone/>
                      </a:pPr>
                      <a:r>
                        <a:rPr lang="en-IN" dirty="0"/>
                        <a:t>CVPR</a:t>
                      </a:r>
                      <a:endParaRPr sz="1400" b="1" u="none" strike="noStrike" cap="none" dirty="0">
                        <a:latin typeface="Times New Roman"/>
                        <a:ea typeface="Times New Roman"/>
                        <a:cs typeface="Times New Roman"/>
                        <a:sym typeface="Times New Roman"/>
                      </a:endParaRPr>
                    </a:p>
                  </a:txBody>
                  <a:tcPr marL="91425" marR="91425" marT="91425" marB="914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chemeClr val="lt1"/>
                    </a:solidFill>
                  </a:tcPr>
                </a:tc>
                <a:tc>
                  <a:txBody>
                    <a:bodyPr/>
                    <a:lstStyle/>
                    <a:p>
                      <a:pPr marL="0" marR="0" lvl="0" indent="0" algn="l" rtl="0">
                        <a:lnSpc>
                          <a:spcPct val="100000"/>
                        </a:lnSpc>
                        <a:spcBef>
                          <a:spcPts val="0"/>
                        </a:spcBef>
                        <a:spcAft>
                          <a:spcPts val="0"/>
                        </a:spcAft>
                        <a:buClr>
                          <a:srgbClr val="000000"/>
                        </a:buClr>
                        <a:buSzPts val="1400"/>
                        <a:buFont typeface="Arial"/>
                        <a:buNone/>
                      </a:pPr>
                      <a:r>
                        <a:rPr lang="en-IN" dirty="0"/>
                        <a:t>PIGEON: Predicting Image Geolocations </a:t>
                      </a:r>
                      <a:endParaRPr sz="1400" u="none" strike="noStrike" cap="none" dirty="0">
                        <a:latin typeface="Times New Roman"/>
                        <a:ea typeface="Times New Roman"/>
                        <a:cs typeface="Times New Roman"/>
                        <a:sym typeface="Times New Roman"/>
                      </a:endParaRPr>
                    </a:p>
                  </a:txBody>
                  <a:tcPr marL="91425" marR="91425" marT="91425" marB="914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chemeClr val="lt1"/>
                    </a:solidFill>
                  </a:tcPr>
                </a:tc>
                <a:tc>
                  <a:txBody>
                    <a:bodyPr/>
                    <a:lstStyle/>
                    <a:p>
                      <a:pPr marL="139700" marR="0" lvl="0" indent="0" algn="l" rtl="0">
                        <a:lnSpc>
                          <a:spcPct val="100000"/>
                        </a:lnSpc>
                        <a:spcBef>
                          <a:spcPts val="0"/>
                        </a:spcBef>
                        <a:spcAft>
                          <a:spcPts val="0"/>
                        </a:spcAft>
                        <a:buClr>
                          <a:srgbClr val="000000"/>
                        </a:buClr>
                        <a:buSzPts val="1400"/>
                        <a:buFont typeface="Times New Roman"/>
                        <a:buNone/>
                      </a:pPr>
                      <a:r>
                        <a:rPr lang="en-IN" dirty="0"/>
                        <a:t>Multimodal geolocation using foundation model reasoning. </a:t>
                      </a:r>
                      <a:endParaRPr sz="1500" u="none" strike="noStrike" cap="none" dirty="0">
                        <a:latin typeface="Times New Roman"/>
                        <a:ea typeface="Times New Roman"/>
                        <a:cs typeface="Times New Roman"/>
                        <a:sym typeface="Times New Roman"/>
                      </a:endParaRPr>
                    </a:p>
                  </a:txBody>
                  <a:tcPr marL="91425" marR="91425" marT="91425" marB="914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chemeClr val="lt1"/>
                    </a:solidFill>
                  </a:tcPr>
                </a:tc>
                <a:tc>
                  <a:txBody>
                    <a:bodyPr/>
                    <a:lstStyle/>
                    <a:p>
                      <a:pPr marL="139700" marR="0" lvl="0" indent="0" algn="l" rtl="0">
                        <a:lnSpc>
                          <a:spcPct val="100000"/>
                        </a:lnSpc>
                        <a:spcBef>
                          <a:spcPts val="0"/>
                        </a:spcBef>
                        <a:spcAft>
                          <a:spcPts val="0"/>
                        </a:spcAft>
                        <a:buClr>
                          <a:srgbClr val="000000"/>
                        </a:buClr>
                        <a:buSzPts val="1400"/>
                        <a:buFont typeface="Times New Roman"/>
                        <a:buNone/>
                      </a:pPr>
                      <a:r>
                        <a:rPr lang="en-IN" dirty="0"/>
                        <a:t>Geolocation performance is emphasized more than operational user actions. </a:t>
                      </a:r>
                      <a:endParaRPr sz="1400" u="none" strike="noStrike" cap="none" dirty="0">
                        <a:latin typeface="Times New Roman"/>
                        <a:ea typeface="Times New Roman"/>
                        <a:cs typeface="Times New Roman"/>
                        <a:sym typeface="Times New Roman"/>
                      </a:endParaRPr>
                    </a:p>
                  </a:txBody>
                  <a:tcPr marL="91425" marR="91425" marT="91425" marB="914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tcPr>
                </a:tc>
                <a:extLst>
                  <a:ext uri="{0D108BD9-81ED-4DB2-BD59-A6C34878D82A}">
                    <a16:rowId xmlns:a16="http://schemas.microsoft.com/office/drawing/2014/main" val="10001"/>
                  </a:ext>
                </a:extLst>
              </a:tr>
              <a:tr h="1615500">
                <a:tc>
                  <a:txBody>
                    <a:bodyPr/>
                    <a:lstStyle/>
                    <a:p>
                      <a:pPr marL="0" marR="0" lvl="0" indent="0" algn="l" rtl="0">
                        <a:lnSpc>
                          <a:spcPct val="100000"/>
                        </a:lnSpc>
                        <a:spcBef>
                          <a:spcPts val="0"/>
                        </a:spcBef>
                        <a:spcAft>
                          <a:spcPts val="0"/>
                        </a:spcAft>
                        <a:buClr>
                          <a:srgbClr val="000000"/>
                        </a:buClr>
                        <a:buSzPts val="1400"/>
                        <a:buFont typeface="Arial"/>
                        <a:buNone/>
                      </a:pPr>
                      <a:r>
                        <a:rPr lang="en-IN" dirty="0"/>
                        <a:t>Zhou et al., 2024</a:t>
                      </a:r>
                    </a:p>
                    <a:p>
                      <a:pPr marL="0" marR="0" lvl="0" indent="0" algn="l" rtl="0">
                        <a:lnSpc>
                          <a:spcPct val="100000"/>
                        </a:lnSpc>
                        <a:spcBef>
                          <a:spcPts val="0"/>
                        </a:spcBef>
                        <a:spcAft>
                          <a:spcPts val="0"/>
                        </a:spcAft>
                        <a:buClr>
                          <a:srgbClr val="000000"/>
                        </a:buClr>
                        <a:buSzPts val="1400"/>
                        <a:buFont typeface="Arial"/>
                        <a:buNone/>
                      </a:pPr>
                      <a:r>
                        <a:rPr lang="en-IN" dirty="0"/>
                        <a:t>SIGIR</a:t>
                      </a:r>
                      <a:endParaRPr sz="1400" b="1" u="none" strike="noStrike" cap="none" dirty="0">
                        <a:latin typeface="Times New Roman"/>
                        <a:ea typeface="Times New Roman"/>
                        <a:cs typeface="Times New Roman"/>
                        <a:sym typeface="Times New Roman"/>
                      </a:endParaRPr>
                    </a:p>
                  </a:txBody>
                  <a:tcPr marL="91425" marR="91425" marT="91425" marB="914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chemeClr val="lt1"/>
                    </a:solidFill>
                  </a:tcPr>
                </a:tc>
                <a:tc>
                  <a:txBody>
                    <a:bodyPr/>
                    <a:lstStyle/>
                    <a:p>
                      <a:pPr marL="0" marR="0" lvl="0" indent="0" algn="l" rtl="0">
                        <a:lnSpc>
                          <a:spcPct val="100000"/>
                        </a:lnSpc>
                        <a:spcBef>
                          <a:spcPts val="0"/>
                        </a:spcBef>
                        <a:spcAft>
                          <a:spcPts val="0"/>
                        </a:spcAft>
                        <a:buClr>
                          <a:srgbClr val="000000"/>
                        </a:buClr>
                        <a:buSzPts val="1400"/>
                        <a:buFont typeface="Arial"/>
                        <a:buNone/>
                      </a:pPr>
                      <a:r>
                        <a:rPr lang="en-IN" dirty="0"/>
                        <a:t>Img2Loc: Revisiting Image </a:t>
                      </a:r>
                      <a:r>
                        <a:rPr lang="en-IN" dirty="0" err="1"/>
                        <a:t>Geolocalization</a:t>
                      </a:r>
                      <a:r>
                        <a:rPr lang="en-IN" dirty="0"/>
                        <a:t> using Multi-modality Foundation Models and Image-based Retrieval-Augmented Generation </a:t>
                      </a:r>
                      <a:endParaRPr sz="1400" u="none" strike="noStrike" cap="none" dirty="0">
                        <a:latin typeface="Times New Roman"/>
                        <a:ea typeface="Times New Roman"/>
                        <a:cs typeface="Times New Roman"/>
                        <a:sym typeface="Times New Roman"/>
                      </a:endParaRPr>
                    </a:p>
                  </a:txBody>
                  <a:tcPr marL="91425" marR="91425" marT="91425" marB="914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chemeClr val="lt1"/>
                    </a:solidFill>
                  </a:tcPr>
                </a:tc>
                <a:tc>
                  <a:txBody>
                    <a:bodyPr/>
                    <a:lstStyle/>
                    <a:p>
                      <a:pPr marL="139700" marR="0" lvl="0" indent="0" algn="l" rtl="0">
                        <a:lnSpc>
                          <a:spcPct val="100000"/>
                        </a:lnSpc>
                        <a:spcBef>
                          <a:spcPts val="0"/>
                        </a:spcBef>
                        <a:spcAft>
                          <a:spcPts val="0"/>
                        </a:spcAft>
                        <a:buClr>
                          <a:srgbClr val="000000"/>
                        </a:buClr>
                        <a:buSzPts val="1400"/>
                        <a:buFont typeface="Times New Roman"/>
                        <a:buNone/>
                      </a:pPr>
                      <a:r>
                        <a:rPr lang="en-IN" dirty="0"/>
                        <a:t>Foundation model plus </a:t>
                      </a:r>
                      <a:r>
                        <a:rPr lang="en-IN" dirty="0" err="1"/>
                        <a:t>retrievalaugmented</a:t>
                      </a:r>
                      <a:r>
                        <a:rPr lang="en-IN" dirty="0"/>
                        <a:t> image geolocation</a:t>
                      </a:r>
                      <a:endParaRPr sz="1400" u="none" strike="noStrike" cap="none" dirty="0">
                        <a:latin typeface="Times New Roman"/>
                        <a:ea typeface="Times New Roman"/>
                        <a:cs typeface="Times New Roman"/>
                        <a:sym typeface="Times New Roman"/>
                      </a:endParaRPr>
                    </a:p>
                  </a:txBody>
                  <a:tcPr marL="91425" marR="91425" marT="91425" marB="914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chemeClr val="lt1"/>
                    </a:solidFill>
                  </a:tcPr>
                </a:tc>
                <a:tc>
                  <a:txBody>
                    <a:bodyPr/>
                    <a:lstStyle/>
                    <a:p>
                      <a:pPr marL="139700" marR="0" lvl="0" indent="0" algn="l" rtl="0">
                        <a:lnSpc>
                          <a:spcPct val="100000"/>
                        </a:lnSpc>
                        <a:spcBef>
                          <a:spcPts val="0"/>
                        </a:spcBef>
                        <a:spcAft>
                          <a:spcPts val="0"/>
                        </a:spcAft>
                        <a:buClr>
                          <a:srgbClr val="000000"/>
                        </a:buClr>
                        <a:buSzPts val="1400"/>
                        <a:buFont typeface="Times New Roman"/>
                        <a:buNone/>
                      </a:pPr>
                      <a:r>
                        <a:rPr lang="en-IN" dirty="0"/>
                        <a:t>Retrieval grounding is useful, but incident logging and hazard response are outside scope</a:t>
                      </a:r>
                      <a:endParaRPr sz="1400" u="none" strike="noStrike" cap="none" dirty="0">
                        <a:latin typeface="Times New Roman"/>
                        <a:ea typeface="Times New Roman"/>
                        <a:cs typeface="Times New Roman"/>
                        <a:sym typeface="Times New Roman"/>
                      </a:endParaRPr>
                    </a:p>
                  </a:txBody>
                  <a:tcPr marL="91425" marR="91425" marT="91425" marB="914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2"/>
                  </a:ext>
                </a:extLst>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46"/>
        <p:cNvGrpSpPr/>
        <p:nvPr/>
      </p:nvGrpSpPr>
      <p:grpSpPr>
        <a:xfrm>
          <a:off x="0" y="0"/>
          <a:ext cx="0" cy="0"/>
          <a:chOff x="0" y="0"/>
          <a:chExt cx="0" cy="0"/>
        </a:xfrm>
      </p:grpSpPr>
      <p:sp>
        <p:nvSpPr>
          <p:cNvPr id="147" name="Google Shape;147;p21"/>
          <p:cNvSpPr txBox="1"/>
          <p:nvPr/>
        </p:nvSpPr>
        <p:spPr>
          <a:xfrm>
            <a:off x="0" y="914400"/>
            <a:ext cx="9144000" cy="57000"/>
          </a:xfrm>
          <a:prstGeom prst="rect">
            <a:avLst/>
          </a:prstGeom>
          <a:solidFill>
            <a:schemeClr val="accent2">
              <a:alpha val="48235"/>
            </a:schemeClr>
          </a:solidFill>
          <a:ln w="25400" cap="flat" cmpd="sng">
            <a:solidFill>
              <a:srgbClr val="A0D3E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800"/>
              <a:buFont typeface="Arial"/>
              <a:buNone/>
            </a:pPr>
            <a:endParaRPr sz="1800" b="0" i="0" u="none" strike="noStrike" cap="none">
              <a:solidFill>
                <a:schemeClr val="dk1"/>
              </a:solidFill>
              <a:latin typeface="Arial"/>
              <a:ea typeface="Arial"/>
              <a:cs typeface="Arial"/>
              <a:sym typeface="Arial"/>
            </a:endParaRPr>
          </a:p>
        </p:txBody>
      </p:sp>
      <p:sp>
        <p:nvSpPr>
          <p:cNvPr id="148" name="Google Shape;148;p21"/>
          <p:cNvSpPr txBox="1"/>
          <p:nvPr/>
        </p:nvSpPr>
        <p:spPr>
          <a:xfrm>
            <a:off x="57783" y="902246"/>
            <a:ext cx="8894620" cy="3865017"/>
          </a:xfrm>
          <a:prstGeom prst="rect">
            <a:avLst/>
          </a:prstGeom>
          <a:noFill/>
          <a:ln>
            <a:noFill/>
          </a:ln>
        </p:spPr>
        <p:txBody>
          <a:bodyPr spcFirstLastPara="1" wrap="square" lIns="91425" tIns="45700" rIns="91425" bIns="45700" anchor="t" anchorCtr="0">
            <a:noAutofit/>
          </a:bodyPr>
          <a:lstStyle/>
          <a:p>
            <a:pPr marL="114300" marR="0" lvl="0" indent="0" algn="just" rtl="0">
              <a:lnSpc>
                <a:spcPct val="115000"/>
              </a:lnSpc>
              <a:spcBef>
                <a:spcPts val="1200"/>
              </a:spcBef>
              <a:spcAft>
                <a:spcPts val="0"/>
              </a:spcAft>
              <a:buClr>
                <a:srgbClr val="000000"/>
              </a:buClr>
              <a:buSzPts val="1400"/>
              <a:buFont typeface="Arial"/>
              <a:buNone/>
            </a:pPr>
            <a:endParaRPr sz="1400" b="0" i="0" u="none" strike="noStrike" cap="none">
              <a:solidFill>
                <a:schemeClr val="dk1"/>
              </a:solidFill>
              <a:latin typeface="Times New Roman"/>
              <a:ea typeface="Times New Roman"/>
              <a:cs typeface="Times New Roman"/>
              <a:sym typeface="Times New Roman"/>
            </a:endParaRPr>
          </a:p>
          <a:p>
            <a:pPr marL="457200" marR="0" lvl="0" indent="0" algn="l" rtl="0">
              <a:lnSpc>
                <a:spcPct val="100000"/>
              </a:lnSpc>
              <a:spcBef>
                <a:spcPts val="0"/>
              </a:spcBef>
              <a:spcAft>
                <a:spcPts val="0"/>
              </a:spcAft>
              <a:buClr>
                <a:srgbClr val="000000"/>
              </a:buClr>
              <a:buSzPts val="3700"/>
              <a:buFont typeface="Arial"/>
              <a:buNone/>
            </a:pPr>
            <a:endParaRPr sz="1400" b="1" i="0" u="none" strike="noStrike" cap="none">
              <a:solidFill>
                <a:schemeClr val="dk1"/>
              </a:solidFill>
              <a:latin typeface="Times New Roman"/>
              <a:ea typeface="Times New Roman"/>
              <a:cs typeface="Times New Roman"/>
              <a:sym typeface="Times New Roman"/>
            </a:endParaRPr>
          </a:p>
        </p:txBody>
      </p:sp>
      <p:sp>
        <p:nvSpPr>
          <p:cNvPr id="149" name="Google Shape;149;p21"/>
          <p:cNvSpPr txBox="1"/>
          <p:nvPr/>
        </p:nvSpPr>
        <p:spPr>
          <a:xfrm>
            <a:off x="6553200" y="4767263"/>
            <a:ext cx="2133600" cy="273900"/>
          </a:xfrm>
          <a:prstGeom prst="rect">
            <a:avLst/>
          </a:prstGeom>
          <a:noFill/>
          <a:ln>
            <a:noFill/>
          </a:ln>
        </p:spPr>
        <p:txBody>
          <a:bodyPr spcFirstLastPara="1" wrap="square" lIns="91425" tIns="45700" rIns="91425" bIns="45700" anchor="ctr" anchorCtr="0">
            <a:noAutofit/>
          </a:bodyPr>
          <a:lstStyle/>
          <a:p>
            <a:pPr marL="0" marR="0" lvl="0" indent="0" algn="r" rtl="0">
              <a:lnSpc>
                <a:spcPct val="100000"/>
              </a:lnSpc>
              <a:spcBef>
                <a:spcPts val="0"/>
              </a:spcBef>
              <a:spcAft>
                <a:spcPts val="0"/>
              </a:spcAft>
              <a:buClr>
                <a:srgbClr val="898989"/>
              </a:buClr>
              <a:buSzPts val="1200"/>
              <a:buFont typeface="Calibri"/>
              <a:buNone/>
            </a:pPr>
            <a:fld id="{00000000-1234-1234-1234-123412341234}" type="slidenum">
              <a:rPr lang="en-GB" sz="1200" b="0" i="0" u="none" strike="noStrike" cap="none">
                <a:solidFill>
                  <a:srgbClr val="898989"/>
                </a:solidFill>
                <a:latin typeface="Calibri"/>
                <a:ea typeface="Calibri"/>
                <a:cs typeface="Calibri"/>
                <a:sym typeface="Calibri"/>
              </a:rPr>
              <a:t>8</a:t>
            </a:fld>
            <a:endParaRPr sz="1400" b="0" i="0" u="none" strike="noStrike" cap="none">
              <a:solidFill>
                <a:srgbClr val="000000"/>
              </a:solidFill>
              <a:latin typeface="Arial"/>
              <a:ea typeface="Arial"/>
              <a:cs typeface="Arial"/>
              <a:sym typeface="Arial"/>
            </a:endParaRPr>
          </a:p>
        </p:txBody>
      </p:sp>
      <p:pic>
        <p:nvPicPr>
          <p:cNvPr id="150" name="Google Shape;150;p21" descr="C:\Users\DELL\Desktop\pccoer.jpg"/>
          <p:cNvPicPr preferRelativeResize="0"/>
          <p:nvPr/>
        </p:nvPicPr>
        <p:blipFill rotWithShape="1">
          <a:blip r:embed="rId3">
            <a:alphaModFix/>
          </a:blip>
          <a:srcRect/>
          <a:stretch/>
        </p:blipFill>
        <p:spPr>
          <a:xfrm>
            <a:off x="3657600" y="0"/>
            <a:ext cx="1371600" cy="910828"/>
          </a:xfrm>
          <a:prstGeom prst="rect">
            <a:avLst/>
          </a:prstGeom>
          <a:noFill/>
          <a:ln>
            <a:noFill/>
          </a:ln>
        </p:spPr>
      </p:pic>
      <p:graphicFrame>
        <p:nvGraphicFramePr>
          <p:cNvPr id="151" name="Google Shape;151;p21"/>
          <p:cNvGraphicFramePr/>
          <p:nvPr>
            <p:extLst>
              <p:ext uri="{D42A27DB-BD31-4B8C-83A1-F6EECF244321}">
                <p14:modId xmlns:p14="http://schemas.microsoft.com/office/powerpoint/2010/main" val="2969964499"/>
              </p:ext>
            </p:extLst>
          </p:nvPr>
        </p:nvGraphicFramePr>
        <p:xfrm>
          <a:off x="249380" y="1193670"/>
          <a:ext cx="8703025" cy="3876675"/>
        </p:xfrm>
        <a:graphic>
          <a:graphicData uri="http://schemas.openxmlformats.org/drawingml/2006/table">
            <a:tbl>
              <a:tblPr firstRow="1" bandRow="1">
                <a:noFill/>
                <a:tableStyleId>{49F84ED3-93C1-41D6-B369-CD37911B0747}</a:tableStyleId>
              </a:tblPr>
              <a:tblGrid>
                <a:gridCol w="1906525">
                  <a:extLst>
                    <a:ext uri="{9D8B030D-6E8A-4147-A177-3AD203B41FA5}">
                      <a16:colId xmlns:a16="http://schemas.microsoft.com/office/drawing/2014/main" val="20000"/>
                    </a:ext>
                  </a:extLst>
                </a:gridCol>
                <a:gridCol w="2096425">
                  <a:extLst>
                    <a:ext uri="{9D8B030D-6E8A-4147-A177-3AD203B41FA5}">
                      <a16:colId xmlns:a16="http://schemas.microsoft.com/office/drawing/2014/main" val="20001"/>
                    </a:ext>
                  </a:extLst>
                </a:gridCol>
                <a:gridCol w="2524325">
                  <a:extLst>
                    <a:ext uri="{9D8B030D-6E8A-4147-A177-3AD203B41FA5}">
                      <a16:colId xmlns:a16="http://schemas.microsoft.com/office/drawing/2014/main" val="20002"/>
                    </a:ext>
                  </a:extLst>
                </a:gridCol>
                <a:gridCol w="2175750">
                  <a:extLst>
                    <a:ext uri="{9D8B030D-6E8A-4147-A177-3AD203B41FA5}">
                      <a16:colId xmlns:a16="http://schemas.microsoft.com/office/drawing/2014/main" val="20003"/>
                    </a:ext>
                  </a:extLst>
                </a:gridCol>
              </a:tblGrid>
              <a:tr h="306675">
                <a:tc>
                  <a:txBody>
                    <a:bodyPr/>
                    <a:lstStyle/>
                    <a:p>
                      <a:pPr marL="0" marR="0" lvl="0" indent="0" algn="l" rtl="0">
                        <a:lnSpc>
                          <a:spcPct val="100000"/>
                        </a:lnSpc>
                        <a:spcBef>
                          <a:spcPts val="0"/>
                        </a:spcBef>
                        <a:spcAft>
                          <a:spcPts val="0"/>
                        </a:spcAft>
                        <a:buClr>
                          <a:srgbClr val="000000"/>
                        </a:buClr>
                        <a:buSzPts val="1500"/>
                        <a:buFont typeface="Arial"/>
                        <a:buNone/>
                      </a:pPr>
                      <a:r>
                        <a:rPr lang="en-GB" sz="1500" u="none" strike="noStrike" cap="none">
                          <a:solidFill>
                            <a:schemeClr val="dk1"/>
                          </a:solidFill>
                          <a:latin typeface="Times New Roman"/>
                          <a:ea typeface="Times New Roman"/>
                          <a:cs typeface="Times New Roman"/>
                          <a:sym typeface="Times New Roman"/>
                        </a:rPr>
                        <a:t>AUTHOR</a:t>
                      </a:r>
                      <a:endParaRPr sz="1500" u="none" strike="noStrike" cap="none">
                        <a:solidFill>
                          <a:schemeClr val="dk1"/>
                        </a:solidFill>
                        <a:latin typeface="Times New Roman"/>
                        <a:ea typeface="Times New Roman"/>
                        <a:cs typeface="Times New Roman"/>
                        <a:sym typeface="Times New Roman"/>
                      </a:endParaRPr>
                    </a:p>
                  </a:txBody>
                  <a:tcPr marL="91425" marR="91425" marT="91425" marB="914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chemeClr val="lt1"/>
                    </a:solidFill>
                  </a:tcPr>
                </a:tc>
                <a:tc>
                  <a:txBody>
                    <a:bodyPr/>
                    <a:lstStyle/>
                    <a:p>
                      <a:pPr marL="0" marR="0" lvl="0" indent="0" algn="l" rtl="0">
                        <a:lnSpc>
                          <a:spcPct val="100000"/>
                        </a:lnSpc>
                        <a:spcBef>
                          <a:spcPts val="0"/>
                        </a:spcBef>
                        <a:spcAft>
                          <a:spcPts val="0"/>
                        </a:spcAft>
                        <a:buClr>
                          <a:srgbClr val="000000"/>
                        </a:buClr>
                        <a:buSzPts val="1500"/>
                        <a:buFont typeface="Arial"/>
                        <a:buNone/>
                      </a:pPr>
                      <a:r>
                        <a:rPr lang="en-GB" sz="1500" u="none" strike="noStrike" cap="none">
                          <a:solidFill>
                            <a:schemeClr val="dk1"/>
                          </a:solidFill>
                          <a:latin typeface="Times New Roman"/>
                          <a:ea typeface="Times New Roman"/>
                          <a:cs typeface="Times New Roman"/>
                          <a:sym typeface="Times New Roman"/>
                        </a:rPr>
                        <a:t>TITLE</a:t>
                      </a:r>
                      <a:endParaRPr sz="1500" u="none" strike="noStrike" cap="none">
                        <a:solidFill>
                          <a:schemeClr val="dk1"/>
                        </a:solidFill>
                        <a:latin typeface="Times New Roman"/>
                        <a:ea typeface="Times New Roman"/>
                        <a:cs typeface="Times New Roman"/>
                        <a:sym typeface="Times New Roman"/>
                      </a:endParaRPr>
                    </a:p>
                  </a:txBody>
                  <a:tcPr marL="91425" marR="91425" marT="91425" marB="914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chemeClr val="lt1"/>
                    </a:solidFill>
                  </a:tcPr>
                </a:tc>
                <a:tc>
                  <a:txBody>
                    <a:bodyPr/>
                    <a:lstStyle/>
                    <a:p>
                      <a:pPr marL="0" marR="0" lvl="0" indent="0" algn="l" rtl="0">
                        <a:lnSpc>
                          <a:spcPct val="100000"/>
                        </a:lnSpc>
                        <a:spcBef>
                          <a:spcPts val="0"/>
                        </a:spcBef>
                        <a:spcAft>
                          <a:spcPts val="0"/>
                        </a:spcAft>
                        <a:buClr>
                          <a:srgbClr val="000000"/>
                        </a:buClr>
                        <a:buSzPts val="1500"/>
                        <a:buFont typeface="Arial"/>
                        <a:buNone/>
                      </a:pPr>
                      <a:r>
                        <a:rPr lang="en-GB" sz="1500" u="none" strike="noStrike" cap="none">
                          <a:solidFill>
                            <a:schemeClr val="dk1"/>
                          </a:solidFill>
                          <a:latin typeface="Times New Roman"/>
                          <a:ea typeface="Times New Roman"/>
                          <a:cs typeface="Times New Roman"/>
                          <a:sym typeface="Times New Roman"/>
                        </a:rPr>
                        <a:t>METHODOLOGY</a:t>
                      </a:r>
                      <a:endParaRPr sz="1500" u="none" strike="noStrike" cap="none">
                        <a:solidFill>
                          <a:schemeClr val="dk1"/>
                        </a:solidFill>
                        <a:latin typeface="Times New Roman"/>
                        <a:ea typeface="Times New Roman"/>
                        <a:cs typeface="Times New Roman"/>
                        <a:sym typeface="Times New Roman"/>
                      </a:endParaRPr>
                    </a:p>
                  </a:txBody>
                  <a:tcPr marL="91425" marR="91425" marT="91425" marB="914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chemeClr val="lt1"/>
                    </a:solidFill>
                  </a:tcPr>
                </a:tc>
                <a:tc>
                  <a:txBody>
                    <a:bodyPr/>
                    <a:lstStyle/>
                    <a:p>
                      <a:pPr marL="0" marR="0" lvl="0" indent="0" algn="l" rtl="0">
                        <a:lnSpc>
                          <a:spcPct val="100000"/>
                        </a:lnSpc>
                        <a:spcBef>
                          <a:spcPts val="0"/>
                        </a:spcBef>
                        <a:spcAft>
                          <a:spcPts val="0"/>
                        </a:spcAft>
                        <a:buClr>
                          <a:srgbClr val="000000"/>
                        </a:buClr>
                        <a:buSzPts val="1500"/>
                        <a:buFont typeface="Arial"/>
                        <a:buNone/>
                      </a:pPr>
                      <a:r>
                        <a:rPr lang="en-GB" sz="1500" u="none" strike="noStrike" cap="none">
                          <a:solidFill>
                            <a:schemeClr val="dk1"/>
                          </a:solidFill>
                          <a:latin typeface="Times New Roman"/>
                          <a:ea typeface="Times New Roman"/>
                          <a:cs typeface="Times New Roman"/>
                          <a:sym typeface="Times New Roman"/>
                        </a:rPr>
                        <a:t>LIMITATIONS</a:t>
                      </a:r>
                      <a:endParaRPr sz="1500" u="none" strike="noStrike" cap="none">
                        <a:solidFill>
                          <a:schemeClr val="dk1"/>
                        </a:solidFill>
                        <a:latin typeface="Times New Roman"/>
                        <a:ea typeface="Times New Roman"/>
                        <a:cs typeface="Times New Roman"/>
                        <a:sym typeface="Times New Roman"/>
                      </a:endParaRPr>
                    </a:p>
                  </a:txBody>
                  <a:tcPr marL="91425" marR="91425" marT="91425" marB="914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0"/>
                  </a:ext>
                </a:extLst>
              </a:tr>
              <a:tr h="1628950">
                <a:tc>
                  <a:txBody>
                    <a:bodyPr/>
                    <a:lstStyle/>
                    <a:p>
                      <a:pPr marL="0" marR="0" lvl="0" indent="0" algn="l" rtl="0">
                        <a:lnSpc>
                          <a:spcPct val="100000"/>
                        </a:lnSpc>
                        <a:spcBef>
                          <a:spcPts val="0"/>
                        </a:spcBef>
                        <a:spcAft>
                          <a:spcPts val="0"/>
                        </a:spcAft>
                        <a:buClr>
                          <a:srgbClr val="000000"/>
                        </a:buClr>
                        <a:buSzPts val="1400"/>
                        <a:buFont typeface="Arial"/>
                        <a:buNone/>
                      </a:pPr>
                      <a:r>
                        <a:rPr lang="en-IN" dirty="0"/>
                        <a:t>Wang et al., 2024 </a:t>
                      </a:r>
                      <a:r>
                        <a:rPr lang="en-IN" dirty="0" err="1"/>
                        <a:t>arXiv</a:t>
                      </a:r>
                      <a:endParaRPr sz="1400" b="1" u="none" strike="noStrike" cap="none" dirty="0">
                        <a:latin typeface="Times New Roman"/>
                        <a:ea typeface="Times New Roman"/>
                        <a:cs typeface="Times New Roman"/>
                        <a:sym typeface="Times New Roman"/>
                      </a:endParaRPr>
                    </a:p>
                  </a:txBody>
                  <a:tcPr marL="91425" marR="91425" marT="91425" marB="914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chemeClr val="lt1"/>
                    </a:solidFill>
                  </a:tcPr>
                </a:tc>
                <a:tc>
                  <a:txBody>
                    <a:bodyPr/>
                    <a:lstStyle/>
                    <a:p>
                      <a:pPr marL="0" marR="0" lvl="0" indent="0" algn="l" rtl="0">
                        <a:lnSpc>
                          <a:spcPct val="100000"/>
                        </a:lnSpc>
                        <a:spcBef>
                          <a:spcPts val="0"/>
                        </a:spcBef>
                        <a:spcAft>
                          <a:spcPts val="0"/>
                        </a:spcAft>
                        <a:buClr>
                          <a:srgbClr val="000000"/>
                        </a:buClr>
                        <a:buSzPts val="1400"/>
                        <a:buFont typeface="Arial"/>
                        <a:buNone/>
                      </a:pPr>
                      <a:r>
                        <a:rPr lang="en-IN" dirty="0" err="1"/>
                        <a:t>LLMGeo</a:t>
                      </a:r>
                      <a:r>
                        <a:rPr lang="en-IN" dirty="0"/>
                        <a:t>: Benchmarking Large Language Models on Image Geolocation In-the-wild </a:t>
                      </a:r>
                      <a:endParaRPr sz="1400" b="0" u="none" strike="noStrike" cap="none" dirty="0">
                        <a:latin typeface="Times New Roman"/>
                        <a:ea typeface="Times New Roman"/>
                        <a:cs typeface="Times New Roman"/>
                        <a:sym typeface="Times New Roman"/>
                      </a:endParaRPr>
                    </a:p>
                  </a:txBody>
                  <a:tcPr marL="91425" marR="91425" marT="91425" marB="914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chemeClr val="lt1"/>
                    </a:solidFill>
                  </a:tcPr>
                </a:tc>
                <a:tc>
                  <a:txBody>
                    <a:bodyPr/>
                    <a:lstStyle/>
                    <a:p>
                      <a:pPr marL="139700" marR="0" lvl="0" indent="0" algn="l" rtl="0">
                        <a:lnSpc>
                          <a:spcPct val="100000"/>
                        </a:lnSpc>
                        <a:spcBef>
                          <a:spcPts val="0"/>
                        </a:spcBef>
                        <a:spcAft>
                          <a:spcPts val="0"/>
                        </a:spcAft>
                        <a:buClr>
                          <a:srgbClr val="000000"/>
                        </a:buClr>
                        <a:buSzPts val="1400"/>
                        <a:buFont typeface="Times New Roman"/>
                        <a:buNone/>
                      </a:pPr>
                      <a:r>
                        <a:rPr lang="en-IN" dirty="0"/>
                        <a:t>Benchmarking multimodal language models for geolocation. </a:t>
                      </a:r>
                      <a:endParaRPr sz="1500" b="0" u="none" strike="noStrike" cap="none" dirty="0">
                        <a:latin typeface="Times New Roman"/>
                        <a:ea typeface="Times New Roman"/>
                        <a:cs typeface="Times New Roman"/>
                        <a:sym typeface="Times New Roman"/>
                      </a:endParaRPr>
                    </a:p>
                  </a:txBody>
                  <a:tcPr marL="91425" marR="91425" marT="91425" marB="914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chemeClr val="lt1"/>
                    </a:solidFill>
                  </a:tcPr>
                </a:tc>
                <a:tc>
                  <a:txBody>
                    <a:bodyPr/>
                    <a:lstStyle/>
                    <a:p>
                      <a:pPr marL="0" marR="0" lvl="0" indent="0" algn="l" rtl="0">
                        <a:lnSpc>
                          <a:spcPct val="100000"/>
                        </a:lnSpc>
                        <a:spcBef>
                          <a:spcPts val="0"/>
                        </a:spcBef>
                        <a:spcAft>
                          <a:spcPts val="0"/>
                        </a:spcAft>
                        <a:buClr>
                          <a:srgbClr val="000000"/>
                        </a:buClr>
                        <a:buSzPts val="1400"/>
                        <a:buFont typeface="Arial"/>
                        <a:buNone/>
                      </a:pPr>
                      <a:r>
                        <a:rPr lang="en-IN" dirty="0"/>
                        <a:t>Benchmarks model ability, but does not implement a complete safety-aware application. </a:t>
                      </a:r>
                      <a:endParaRPr sz="1400" u="none" strike="noStrike" cap="none" dirty="0"/>
                    </a:p>
                  </a:txBody>
                  <a:tcPr marL="91425" marR="91425" marT="91425" marB="914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tcPr>
                </a:tc>
                <a:extLst>
                  <a:ext uri="{0D108BD9-81ED-4DB2-BD59-A6C34878D82A}">
                    <a16:rowId xmlns:a16="http://schemas.microsoft.com/office/drawing/2014/main" val="10001"/>
                  </a:ext>
                </a:extLst>
              </a:tr>
              <a:tr h="1836275">
                <a:tc>
                  <a:txBody>
                    <a:bodyPr/>
                    <a:lstStyle/>
                    <a:p>
                      <a:pPr marL="0" marR="0" lvl="0" indent="0" algn="l" rtl="0">
                        <a:lnSpc>
                          <a:spcPct val="100000"/>
                        </a:lnSpc>
                        <a:spcBef>
                          <a:spcPts val="0"/>
                        </a:spcBef>
                        <a:spcAft>
                          <a:spcPts val="0"/>
                        </a:spcAft>
                        <a:buClr>
                          <a:srgbClr val="000000"/>
                        </a:buClr>
                        <a:buSzPts val="1400"/>
                        <a:buFont typeface="Arial"/>
                        <a:buNone/>
                      </a:pPr>
                      <a:r>
                        <a:rPr lang="en-IN" dirty="0"/>
                        <a:t>Sinski, Zychowski and </a:t>
                      </a:r>
                      <a:r>
                        <a:rPr lang="en-IN" dirty="0" err="1"/>
                        <a:t>Mandziuk</a:t>
                      </a:r>
                      <a:r>
                        <a:rPr lang="en-IN" dirty="0"/>
                        <a:t>, 2024</a:t>
                      </a:r>
                    </a:p>
                    <a:p>
                      <a:pPr marL="0" marR="0" lvl="0" indent="0" algn="l" rtl="0">
                        <a:lnSpc>
                          <a:spcPct val="100000"/>
                        </a:lnSpc>
                        <a:spcBef>
                          <a:spcPts val="0"/>
                        </a:spcBef>
                        <a:spcAft>
                          <a:spcPts val="0"/>
                        </a:spcAft>
                        <a:buClr>
                          <a:srgbClr val="000000"/>
                        </a:buClr>
                        <a:buSzPts val="1400"/>
                        <a:buFont typeface="Arial"/>
                        <a:buNone/>
                      </a:pPr>
                      <a:r>
                        <a:rPr lang="en-IN" dirty="0"/>
                        <a:t>ICONIP</a:t>
                      </a:r>
                      <a:endParaRPr sz="1400" b="0" u="none" strike="noStrike" cap="none" dirty="0">
                        <a:latin typeface="Times New Roman"/>
                        <a:ea typeface="Times New Roman"/>
                        <a:cs typeface="Times New Roman"/>
                        <a:sym typeface="Times New Roman"/>
                      </a:endParaRPr>
                    </a:p>
                  </a:txBody>
                  <a:tcPr marL="91425" marR="91425" marT="91425" marB="914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chemeClr val="lt1"/>
                    </a:solidFill>
                  </a:tcPr>
                </a:tc>
                <a:tc>
                  <a:txBody>
                    <a:bodyPr/>
                    <a:lstStyle/>
                    <a:p>
                      <a:pPr marL="0" marR="0" lvl="0" indent="0" algn="l" rtl="0">
                        <a:lnSpc>
                          <a:spcPct val="100000"/>
                        </a:lnSpc>
                        <a:spcBef>
                          <a:spcPts val="0"/>
                        </a:spcBef>
                        <a:spcAft>
                          <a:spcPts val="0"/>
                        </a:spcAft>
                        <a:buClr>
                          <a:srgbClr val="000000"/>
                        </a:buClr>
                        <a:buSzPts val="1400"/>
                        <a:buFont typeface="Arial"/>
                        <a:buNone/>
                      </a:pPr>
                      <a:r>
                        <a:rPr lang="en-IN" dirty="0"/>
                        <a:t>Improving Image Geolocation with Multimodal Deep Learning </a:t>
                      </a:r>
                      <a:endParaRPr sz="1400" u="none" strike="noStrike" cap="none" dirty="0"/>
                    </a:p>
                  </a:txBody>
                  <a:tcPr marL="91425" marR="91425" marT="91425" marB="914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chemeClr val="lt1"/>
                    </a:solidFill>
                  </a:tcPr>
                </a:tc>
                <a:tc>
                  <a:txBody>
                    <a:bodyPr/>
                    <a:lstStyle/>
                    <a:p>
                      <a:pPr marL="0" marR="0" lvl="0" indent="0" algn="l" rtl="0">
                        <a:lnSpc>
                          <a:spcPct val="100000"/>
                        </a:lnSpc>
                        <a:spcBef>
                          <a:spcPts val="0"/>
                        </a:spcBef>
                        <a:spcAft>
                          <a:spcPts val="0"/>
                        </a:spcAft>
                        <a:buClr>
                          <a:srgbClr val="000000"/>
                        </a:buClr>
                        <a:buSzPts val="1400"/>
                        <a:buFont typeface="Arial"/>
                        <a:buNone/>
                      </a:pPr>
                      <a:r>
                        <a:rPr lang="en-IN" dirty="0"/>
                        <a:t>Uses multimodal deep learning for image geolocation improvement.</a:t>
                      </a:r>
                      <a:endParaRPr sz="1400" u="none" strike="noStrike" cap="none" dirty="0"/>
                    </a:p>
                  </a:txBody>
                  <a:tcPr marL="91425" marR="91425" marT="91425" marB="914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chemeClr val="lt1"/>
                    </a:solidFill>
                  </a:tcPr>
                </a:tc>
                <a:tc>
                  <a:txBody>
                    <a:bodyPr/>
                    <a:lstStyle/>
                    <a:p>
                      <a:pPr marL="0" marR="0" lvl="0" indent="0" algn="l" rtl="0">
                        <a:lnSpc>
                          <a:spcPct val="100000"/>
                        </a:lnSpc>
                        <a:spcBef>
                          <a:spcPts val="0"/>
                        </a:spcBef>
                        <a:spcAft>
                          <a:spcPts val="0"/>
                        </a:spcAft>
                        <a:buClr>
                          <a:srgbClr val="000000"/>
                        </a:buClr>
                        <a:buSzPts val="1400"/>
                        <a:buFont typeface="Arial"/>
                        <a:buNone/>
                      </a:pPr>
                      <a:r>
                        <a:rPr lang="en-IN" dirty="0"/>
                        <a:t>Focuses on geolocation improvement, not user-confirmed hazard reporting. </a:t>
                      </a:r>
                      <a:endParaRPr sz="1400" u="none" strike="noStrike" cap="none" dirty="0"/>
                    </a:p>
                  </a:txBody>
                  <a:tcPr marL="91425" marR="91425" marT="91425" marB="914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2"/>
                  </a:ext>
                </a:extLst>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55"/>
        <p:cNvGrpSpPr/>
        <p:nvPr/>
      </p:nvGrpSpPr>
      <p:grpSpPr>
        <a:xfrm>
          <a:off x="0" y="0"/>
          <a:ext cx="0" cy="0"/>
          <a:chOff x="0" y="0"/>
          <a:chExt cx="0" cy="0"/>
        </a:xfrm>
      </p:grpSpPr>
      <p:sp>
        <p:nvSpPr>
          <p:cNvPr id="156" name="Google Shape;156;p22"/>
          <p:cNvSpPr txBox="1"/>
          <p:nvPr/>
        </p:nvSpPr>
        <p:spPr>
          <a:xfrm>
            <a:off x="0" y="914400"/>
            <a:ext cx="9144000" cy="57000"/>
          </a:xfrm>
          <a:prstGeom prst="rect">
            <a:avLst/>
          </a:prstGeom>
          <a:solidFill>
            <a:schemeClr val="accent2">
              <a:alpha val="48235"/>
            </a:schemeClr>
          </a:solidFill>
          <a:ln w="25400" cap="flat" cmpd="sng">
            <a:solidFill>
              <a:srgbClr val="A0D3E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800"/>
              <a:buFont typeface="Arial"/>
              <a:buNone/>
            </a:pPr>
            <a:endParaRPr sz="1800" b="0" i="0" u="none" strike="noStrike" cap="none">
              <a:solidFill>
                <a:schemeClr val="dk1"/>
              </a:solidFill>
              <a:latin typeface="Arial"/>
              <a:ea typeface="Arial"/>
              <a:cs typeface="Arial"/>
              <a:sym typeface="Arial"/>
            </a:endParaRPr>
          </a:p>
        </p:txBody>
      </p:sp>
      <p:sp>
        <p:nvSpPr>
          <p:cNvPr id="157" name="Google Shape;157;p22"/>
          <p:cNvSpPr txBox="1"/>
          <p:nvPr/>
        </p:nvSpPr>
        <p:spPr>
          <a:xfrm>
            <a:off x="124690" y="1026650"/>
            <a:ext cx="8894620" cy="3865017"/>
          </a:xfrm>
          <a:prstGeom prst="rect">
            <a:avLst/>
          </a:prstGeom>
          <a:noFill/>
          <a:ln>
            <a:noFill/>
          </a:ln>
        </p:spPr>
        <p:txBody>
          <a:bodyPr spcFirstLastPara="1" wrap="square" lIns="91425" tIns="45700" rIns="91425" bIns="45700" anchor="t" anchorCtr="0">
            <a:noAutofit/>
          </a:bodyPr>
          <a:lstStyle/>
          <a:p>
            <a:pPr marL="457200" marR="0" lvl="0" indent="0" algn="l" rtl="0">
              <a:lnSpc>
                <a:spcPct val="100000"/>
              </a:lnSpc>
              <a:spcBef>
                <a:spcPts val="0"/>
              </a:spcBef>
              <a:spcAft>
                <a:spcPts val="0"/>
              </a:spcAft>
              <a:buClr>
                <a:srgbClr val="000000"/>
              </a:buClr>
              <a:buSzPts val="3700"/>
              <a:buFont typeface="Arial"/>
              <a:buNone/>
            </a:pPr>
            <a:endParaRPr sz="1400" b="1" i="0" u="none" strike="noStrike" cap="none">
              <a:solidFill>
                <a:schemeClr val="dk1"/>
              </a:solidFill>
              <a:latin typeface="Times New Roman"/>
              <a:ea typeface="Times New Roman"/>
              <a:cs typeface="Times New Roman"/>
              <a:sym typeface="Times New Roman"/>
            </a:endParaRPr>
          </a:p>
        </p:txBody>
      </p:sp>
      <p:sp>
        <p:nvSpPr>
          <p:cNvPr id="158" name="Google Shape;158;p22"/>
          <p:cNvSpPr txBox="1"/>
          <p:nvPr/>
        </p:nvSpPr>
        <p:spPr>
          <a:xfrm>
            <a:off x="6553200" y="4767263"/>
            <a:ext cx="2133600" cy="273900"/>
          </a:xfrm>
          <a:prstGeom prst="rect">
            <a:avLst/>
          </a:prstGeom>
          <a:noFill/>
          <a:ln>
            <a:noFill/>
          </a:ln>
        </p:spPr>
        <p:txBody>
          <a:bodyPr spcFirstLastPara="1" wrap="square" lIns="91425" tIns="45700" rIns="91425" bIns="45700" anchor="ctr" anchorCtr="0">
            <a:noAutofit/>
          </a:bodyPr>
          <a:lstStyle/>
          <a:p>
            <a:pPr marL="0" marR="0" lvl="0" indent="0" algn="r" rtl="0">
              <a:lnSpc>
                <a:spcPct val="100000"/>
              </a:lnSpc>
              <a:spcBef>
                <a:spcPts val="0"/>
              </a:spcBef>
              <a:spcAft>
                <a:spcPts val="0"/>
              </a:spcAft>
              <a:buClr>
                <a:srgbClr val="898989"/>
              </a:buClr>
              <a:buSzPts val="1200"/>
              <a:buFont typeface="Calibri"/>
              <a:buNone/>
            </a:pPr>
            <a:fld id="{00000000-1234-1234-1234-123412341234}" type="slidenum">
              <a:rPr lang="en-GB" sz="1200" b="0" i="0" u="none" strike="noStrike" cap="none">
                <a:solidFill>
                  <a:srgbClr val="898989"/>
                </a:solidFill>
                <a:latin typeface="Calibri"/>
                <a:ea typeface="Calibri"/>
                <a:cs typeface="Calibri"/>
                <a:sym typeface="Calibri"/>
              </a:rPr>
              <a:t>9</a:t>
            </a:fld>
            <a:endParaRPr sz="1400" b="0" i="0" u="none" strike="noStrike" cap="none">
              <a:solidFill>
                <a:srgbClr val="000000"/>
              </a:solidFill>
              <a:latin typeface="Arial"/>
              <a:ea typeface="Arial"/>
              <a:cs typeface="Arial"/>
              <a:sym typeface="Arial"/>
            </a:endParaRPr>
          </a:p>
        </p:txBody>
      </p:sp>
      <p:pic>
        <p:nvPicPr>
          <p:cNvPr id="159" name="Google Shape;159;p22" descr="C:\Users\DELL\Desktop\pccoer.jpg"/>
          <p:cNvPicPr preferRelativeResize="0"/>
          <p:nvPr/>
        </p:nvPicPr>
        <p:blipFill rotWithShape="1">
          <a:blip r:embed="rId3">
            <a:alphaModFix/>
          </a:blip>
          <a:srcRect/>
          <a:stretch/>
        </p:blipFill>
        <p:spPr>
          <a:xfrm>
            <a:off x="3657600" y="0"/>
            <a:ext cx="1371600" cy="910828"/>
          </a:xfrm>
          <a:prstGeom prst="rect">
            <a:avLst/>
          </a:prstGeom>
          <a:noFill/>
          <a:ln>
            <a:noFill/>
          </a:ln>
        </p:spPr>
      </p:pic>
      <p:graphicFrame>
        <p:nvGraphicFramePr>
          <p:cNvPr id="160" name="Google Shape;160;p22"/>
          <p:cNvGraphicFramePr/>
          <p:nvPr>
            <p:extLst>
              <p:ext uri="{D42A27DB-BD31-4B8C-83A1-F6EECF244321}">
                <p14:modId xmlns:p14="http://schemas.microsoft.com/office/powerpoint/2010/main" val="2663063195"/>
              </p:ext>
            </p:extLst>
          </p:nvPr>
        </p:nvGraphicFramePr>
        <p:xfrm>
          <a:off x="124690" y="1077063"/>
          <a:ext cx="8894625" cy="3764190"/>
        </p:xfrm>
        <a:graphic>
          <a:graphicData uri="http://schemas.openxmlformats.org/drawingml/2006/table">
            <a:tbl>
              <a:tblPr firstRow="1" bandRow="1">
                <a:noFill/>
                <a:tableStyleId>{49F84ED3-93C1-41D6-B369-CD37911B0747}</a:tableStyleId>
              </a:tblPr>
              <a:tblGrid>
                <a:gridCol w="2083250">
                  <a:extLst>
                    <a:ext uri="{9D8B030D-6E8A-4147-A177-3AD203B41FA5}">
                      <a16:colId xmlns:a16="http://schemas.microsoft.com/office/drawing/2014/main" val="20000"/>
                    </a:ext>
                  </a:extLst>
                </a:gridCol>
                <a:gridCol w="1561175">
                  <a:extLst>
                    <a:ext uri="{9D8B030D-6E8A-4147-A177-3AD203B41FA5}">
                      <a16:colId xmlns:a16="http://schemas.microsoft.com/office/drawing/2014/main" val="20001"/>
                    </a:ext>
                  </a:extLst>
                </a:gridCol>
                <a:gridCol w="2906750">
                  <a:extLst>
                    <a:ext uri="{9D8B030D-6E8A-4147-A177-3AD203B41FA5}">
                      <a16:colId xmlns:a16="http://schemas.microsoft.com/office/drawing/2014/main" val="20002"/>
                    </a:ext>
                  </a:extLst>
                </a:gridCol>
                <a:gridCol w="2343450">
                  <a:extLst>
                    <a:ext uri="{9D8B030D-6E8A-4147-A177-3AD203B41FA5}">
                      <a16:colId xmlns:a16="http://schemas.microsoft.com/office/drawing/2014/main" val="20003"/>
                    </a:ext>
                  </a:extLst>
                </a:gridCol>
              </a:tblGrid>
              <a:tr h="382650">
                <a:tc>
                  <a:txBody>
                    <a:bodyPr/>
                    <a:lstStyle/>
                    <a:p>
                      <a:pPr marL="0" marR="0" lvl="0" indent="0" algn="l" rtl="0">
                        <a:lnSpc>
                          <a:spcPct val="100000"/>
                        </a:lnSpc>
                        <a:spcBef>
                          <a:spcPts val="0"/>
                        </a:spcBef>
                        <a:spcAft>
                          <a:spcPts val="0"/>
                        </a:spcAft>
                        <a:buClr>
                          <a:srgbClr val="000000"/>
                        </a:buClr>
                        <a:buSzPts val="1500"/>
                        <a:buFont typeface="Arial"/>
                        <a:buNone/>
                      </a:pPr>
                      <a:r>
                        <a:rPr lang="en-GB" sz="1500" u="none" strike="noStrike" cap="none" dirty="0">
                          <a:solidFill>
                            <a:schemeClr val="dk1"/>
                          </a:solidFill>
                          <a:latin typeface="Times New Roman"/>
                          <a:ea typeface="Times New Roman"/>
                          <a:cs typeface="Times New Roman"/>
                          <a:sym typeface="Times New Roman"/>
                        </a:rPr>
                        <a:t>AUTHOR</a:t>
                      </a:r>
                      <a:endParaRPr sz="1500" u="none" strike="noStrike" cap="none" dirty="0">
                        <a:solidFill>
                          <a:schemeClr val="dk1"/>
                        </a:solidFill>
                        <a:latin typeface="Times New Roman"/>
                        <a:ea typeface="Times New Roman"/>
                        <a:cs typeface="Times New Roman"/>
                        <a:sym typeface="Times New Roman"/>
                      </a:endParaRPr>
                    </a:p>
                  </a:txBody>
                  <a:tcPr marL="91425" marR="91425" marT="91425" marB="914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chemeClr val="lt1"/>
                    </a:solidFill>
                  </a:tcPr>
                </a:tc>
                <a:tc>
                  <a:txBody>
                    <a:bodyPr/>
                    <a:lstStyle/>
                    <a:p>
                      <a:pPr marL="0" marR="0" lvl="0" indent="0" algn="l" rtl="0">
                        <a:lnSpc>
                          <a:spcPct val="100000"/>
                        </a:lnSpc>
                        <a:spcBef>
                          <a:spcPts val="0"/>
                        </a:spcBef>
                        <a:spcAft>
                          <a:spcPts val="0"/>
                        </a:spcAft>
                        <a:buClr>
                          <a:srgbClr val="000000"/>
                        </a:buClr>
                        <a:buSzPts val="1500"/>
                        <a:buFont typeface="Arial"/>
                        <a:buNone/>
                      </a:pPr>
                      <a:r>
                        <a:rPr lang="en-GB" sz="1500" u="none" strike="noStrike" cap="none" dirty="0">
                          <a:solidFill>
                            <a:schemeClr val="dk1"/>
                          </a:solidFill>
                          <a:latin typeface="Times New Roman"/>
                          <a:ea typeface="Times New Roman"/>
                          <a:cs typeface="Times New Roman"/>
                          <a:sym typeface="Times New Roman"/>
                        </a:rPr>
                        <a:t>TITLE</a:t>
                      </a:r>
                      <a:endParaRPr sz="1500" u="none" strike="noStrike" cap="none" dirty="0">
                        <a:solidFill>
                          <a:schemeClr val="dk1"/>
                        </a:solidFill>
                        <a:latin typeface="Times New Roman"/>
                        <a:ea typeface="Times New Roman"/>
                        <a:cs typeface="Times New Roman"/>
                        <a:sym typeface="Times New Roman"/>
                      </a:endParaRPr>
                    </a:p>
                  </a:txBody>
                  <a:tcPr marL="91425" marR="91425" marT="91425" marB="914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chemeClr val="lt1"/>
                    </a:solidFill>
                  </a:tcPr>
                </a:tc>
                <a:tc>
                  <a:txBody>
                    <a:bodyPr/>
                    <a:lstStyle/>
                    <a:p>
                      <a:pPr marL="0" marR="0" lvl="0" indent="0" algn="l" rtl="0">
                        <a:lnSpc>
                          <a:spcPct val="100000"/>
                        </a:lnSpc>
                        <a:spcBef>
                          <a:spcPts val="0"/>
                        </a:spcBef>
                        <a:spcAft>
                          <a:spcPts val="0"/>
                        </a:spcAft>
                        <a:buClr>
                          <a:srgbClr val="000000"/>
                        </a:buClr>
                        <a:buSzPts val="1500"/>
                        <a:buFont typeface="Arial"/>
                        <a:buNone/>
                      </a:pPr>
                      <a:r>
                        <a:rPr lang="en-GB" sz="1500" u="none" strike="noStrike" cap="none" dirty="0">
                          <a:solidFill>
                            <a:schemeClr val="dk1"/>
                          </a:solidFill>
                          <a:latin typeface="Times New Roman"/>
                          <a:ea typeface="Times New Roman"/>
                          <a:cs typeface="Times New Roman"/>
                          <a:sym typeface="Times New Roman"/>
                        </a:rPr>
                        <a:t>METHODOLOGY</a:t>
                      </a:r>
                      <a:endParaRPr sz="1500" u="none" strike="noStrike" cap="none" dirty="0">
                        <a:solidFill>
                          <a:schemeClr val="dk1"/>
                        </a:solidFill>
                        <a:latin typeface="Times New Roman"/>
                        <a:ea typeface="Times New Roman"/>
                        <a:cs typeface="Times New Roman"/>
                        <a:sym typeface="Times New Roman"/>
                      </a:endParaRPr>
                    </a:p>
                  </a:txBody>
                  <a:tcPr marL="91425" marR="91425" marT="91425" marB="914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chemeClr val="lt1"/>
                    </a:solidFill>
                  </a:tcPr>
                </a:tc>
                <a:tc>
                  <a:txBody>
                    <a:bodyPr/>
                    <a:lstStyle/>
                    <a:p>
                      <a:pPr marL="0" marR="0" lvl="0" indent="0" algn="l" rtl="0">
                        <a:lnSpc>
                          <a:spcPct val="100000"/>
                        </a:lnSpc>
                        <a:spcBef>
                          <a:spcPts val="0"/>
                        </a:spcBef>
                        <a:spcAft>
                          <a:spcPts val="0"/>
                        </a:spcAft>
                        <a:buClr>
                          <a:srgbClr val="000000"/>
                        </a:buClr>
                        <a:buSzPts val="1500"/>
                        <a:buFont typeface="Arial"/>
                        <a:buNone/>
                      </a:pPr>
                      <a:r>
                        <a:rPr lang="en-GB" sz="1500" u="none" strike="noStrike" cap="none" dirty="0">
                          <a:solidFill>
                            <a:schemeClr val="dk1"/>
                          </a:solidFill>
                          <a:latin typeface="Times New Roman"/>
                          <a:ea typeface="Times New Roman"/>
                          <a:cs typeface="Times New Roman"/>
                          <a:sym typeface="Times New Roman"/>
                        </a:rPr>
                        <a:t>LIMITATIONS</a:t>
                      </a:r>
                      <a:endParaRPr sz="1500" u="none" strike="noStrike" cap="none" dirty="0">
                        <a:solidFill>
                          <a:schemeClr val="dk1"/>
                        </a:solidFill>
                        <a:latin typeface="Times New Roman"/>
                        <a:ea typeface="Times New Roman"/>
                        <a:cs typeface="Times New Roman"/>
                        <a:sym typeface="Times New Roman"/>
                      </a:endParaRPr>
                    </a:p>
                  </a:txBody>
                  <a:tcPr marL="91425" marR="91425" marT="91425" marB="914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0"/>
                  </a:ext>
                </a:extLst>
              </a:tr>
              <a:tr h="1087625">
                <a:tc>
                  <a:txBody>
                    <a:bodyPr/>
                    <a:lstStyle/>
                    <a:p>
                      <a:pPr marL="0" marR="0" lvl="0" indent="0" algn="l" rtl="0">
                        <a:lnSpc>
                          <a:spcPct val="100000"/>
                        </a:lnSpc>
                        <a:spcBef>
                          <a:spcPts val="0"/>
                        </a:spcBef>
                        <a:spcAft>
                          <a:spcPts val="0"/>
                        </a:spcAft>
                        <a:buClr>
                          <a:srgbClr val="000000"/>
                        </a:buClr>
                        <a:buSzPts val="1400"/>
                        <a:buFont typeface="Arial"/>
                        <a:buNone/>
                      </a:pPr>
                      <a:r>
                        <a:rPr lang="en-IN" dirty="0"/>
                        <a:t> Waheed et al., 2025 </a:t>
                      </a:r>
                      <a:r>
                        <a:rPr lang="en-IN" dirty="0" err="1"/>
                        <a:t>arXiv</a:t>
                      </a:r>
                      <a:endParaRPr sz="1400" b="1" u="none" strike="noStrike" cap="none" dirty="0">
                        <a:latin typeface="Times New Roman"/>
                        <a:ea typeface="Times New Roman"/>
                        <a:cs typeface="Times New Roman"/>
                        <a:sym typeface="Times New Roman"/>
                      </a:endParaRPr>
                    </a:p>
                  </a:txBody>
                  <a:tcPr marL="91425" marR="91425" marT="91425" marB="914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chemeClr val="lt1"/>
                    </a:solidFill>
                  </a:tcPr>
                </a:tc>
                <a:tc>
                  <a:txBody>
                    <a:bodyPr/>
                    <a:lstStyle/>
                    <a:p>
                      <a:pPr marL="0" marR="0" lvl="0" indent="0" algn="l" rtl="0">
                        <a:lnSpc>
                          <a:spcPct val="100000"/>
                        </a:lnSpc>
                        <a:spcBef>
                          <a:spcPts val="0"/>
                        </a:spcBef>
                        <a:spcAft>
                          <a:spcPts val="0"/>
                        </a:spcAft>
                        <a:buClr>
                          <a:srgbClr val="000000"/>
                        </a:buClr>
                        <a:buSzPts val="1400"/>
                        <a:buFont typeface="Arial"/>
                        <a:buNone/>
                      </a:pPr>
                      <a:r>
                        <a:rPr lang="en-IN" dirty="0"/>
                        <a:t>VLM-Guided Visual Place Recognition for Planet-Scale Geo-Localization </a:t>
                      </a:r>
                      <a:endParaRPr sz="1400" u="none" strike="noStrike" cap="none" dirty="0"/>
                    </a:p>
                  </a:txBody>
                  <a:tcPr marL="91425" marR="91425" marT="91425" marB="914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chemeClr val="lt1"/>
                    </a:solidFill>
                  </a:tcPr>
                </a:tc>
                <a:tc>
                  <a:txBody>
                    <a:bodyPr/>
                    <a:lstStyle/>
                    <a:p>
                      <a:pPr marL="0" marR="0" lvl="0" indent="0" algn="l" rtl="0">
                        <a:lnSpc>
                          <a:spcPct val="100000"/>
                        </a:lnSpc>
                        <a:spcBef>
                          <a:spcPts val="0"/>
                        </a:spcBef>
                        <a:spcAft>
                          <a:spcPts val="0"/>
                        </a:spcAft>
                        <a:buClr>
                          <a:srgbClr val="000000"/>
                        </a:buClr>
                        <a:buSzPts val="1400"/>
                        <a:buFont typeface="Arial"/>
                        <a:buNone/>
                      </a:pPr>
                      <a:r>
                        <a:rPr lang="en-IN" dirty="0"/>
                        <a:t>Uses VLM guidance for large-scale visual place recognition</a:t>
                      </a:r>
                      <a:endParaRPr sz="1400" u="none" strike="noStrike" cap="none" dirty="0"/>
                    </a:p>
                  </a:txBody>
                  <a:tcPr marL="91425" marR="91425" marT="91425" marB="914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chemeClr val="lt1"/>
                    </a:solidFill>
                  </a:tcPr>
                </a:tc>
                <a:tc>
                  <a:txBody>
                    <a:bodyPr/>
                    <a:lstStyle/>
                    <a:p>
                      <a:pPr marL="0" marR="0" lvl="0" indent="0" algn="l" rtl="0">
                        <a:lnSpc>
                          <a:spcPct val="100000"/>
                        </a:lnSpc>
                        <a:spcBef>
                          <a:spcPts val="0"/>
                        </a:spcBef>
                        <a:spcAft>
                          <a:spcPts val="0"/>
                        </a:spcAft>
                        <a:buClr>
                          <a:srgbClr val="000000"/>
                        </a:buClr>
                        <a:buSzPts val="1400"/>
                        <a:buFont typeface="Arial"/>
                        <a:buNone/>
                      </a:pPr>
                      <a:r>
                        <a:rPr lang="en-IN" dirty="0"/>
                        <a:t>Emphasizes retrieval quality, not controlled user-facing report workflow.</a:t>
                      </a:r>
                      <a:endParaRPr sz="1400" u="none" strike="noStrike" cap="none" dirty="0"/>
                    </a:p>
                  </a:txBody>
                  <a:tcPr marL="91425" marR="91425" marT="91425" marB="914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tcPr>
                </a:tc>
                <a:extLst>
                  <a:ext uri="{0D108BD9-81ED-4DB2-BD59-A6C34878D82A}">
                    <a16:rowId xmlns:a16="http://schemas.microsoft.com/office/drawing/2014/main" val="10001"/>
                  </a:ext>
                </a:extLst>
              </a:tr>
              <a:tr h="1048605">
                <a:tc>
                  <a:txBody>
                    <a:bodyPr/>
                    <a:lstStyle/>
                    <a:p>
                      <a:pPr marL="0" marR="0" lvl="0" indent="0" algn="l" rtl="0">
                        <a:lnSpc>
                          <a:spcPct val="100000"/>
                        </a:lnSpc>
                        <a:spcBef>
                          <a:spcPts val="0"/>
                        </a:spcBef>
                        <a:spcAft>
                          <a:spcPts val="0"/>
                        </a:spcAft>
                        <a:buClr>
                          <a:srgbClr val="000000"/>
                        </a:buClr>
                        <a:buSzPts val="1400"/>
                        <a:buFont typeface="Arial"/>
                        <a:buNone/>
                      </a:pPr>
                      <a:r>
                        <a:rPr lang="en-IN" dirty="0"/>
                        <a:t>Li et al., 2025</a:t>
                      </a:r>
                    </a:p>
                    <a:p>
                      <a:pPr marL="0" marR="0" lvl="0" indent="0" algn="l" rtl="0">
                        <a:lnSpc>
                          <a:spcPct val="100000"/>
                        </a:lnSpc>
                        <a:spcBef>
                          <a:spcPts val="0"/>
                        </a:spcBef>
                        <a:spcAft>
                          <a:spcPts val="0"/>
                        </a:spcAft>
                        <a:buClr>
                          <a:srgbClr val="000000"/>
                        </a:buClr>
                        <a:buSzPts val="1400"/>
                        <a:buFont typeface="Arial"/>
                        <a:buNone/>
                      </a:pPr>
                      <a:r>
                        <a:rPr lang="en-IN" dirty="0" err="1"/>
                        <a:t>arXiv</a:t>
                      </a:r>
                      <a:r>
                        <a:rPr lang="en-IN" dirty="0"/>
                        <a:t> </a:t>
                      </a:r>
                      <a:endParaRPr sz="1400" b="1" u="none" strike="noStrike" cap="none" dirty="0">
                        <a:latin typeface="Times New Roman"/>
                        <a:ea typeface="Times New Roman"/>
                        <a:cs typeface="Times New Roman"/>
                        <a:sym typeface="Times New Roman"/>
                      </a:endParaRPr>
                    </a:p>
                  </a:txBody>
                  <a:tcPr marL="91425" marR="91425" marT="91425" marB="914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chemeClr val="lt1"/>
                    </a:solidFill>
                  </a:tcPr>
                </a:tc>
                <a:tc>
                  <a:txBody>
                    <a:bodyPr/>
                    <a:lstStyle/>
                    <a:p>
                      <a:pPr marL="0" marR="0" lvl="0" indent="0" algn="l" rtl="0">
                        <a:lnSpc>
                          <a:spcPct val="100000"/>
                        </a:lnSpc>
                        <a:spcBef>
                          <a:spcPts val="0"/>
                        </a:spcBef>
                        <a:spcAft>
                          <a:spcPts val="0"/>
                        </a:spcAft>
                        <a:buClr>
                          <a:srgbClr val="000000"/>
                        </a:buClr>
                        <a:buSzPts val="1400"/>
                        <a:buFont typeface="Arial"/>
                        <a:buNone/>
                      </a:pPr>
                      <a:r>
                        <a:rPr lang="en-IN" dirty="0"/>
                        <a:t>From Pixels to Places: A Systematic Benchmark for Evaluating Image Geolocation Ability in Large Language Models</a:t>
                      </a:r>
                      <a:endParaRPr sz="1400" u="none" strike="noStrike" cap="none" dirty="0"/>
                    </a:p>
                  </a:txBody>
                  <a:tcPr marL="91425" marR="91425" marT="91425" marB="914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chemeClr val="lt1"/>
                    </a:solidFill>
                  </a:tcPr>
                </a:tc>
                <a:tc>
                  <a:txBody>
                    <a:bodyPr/>
                    <a:lstStyle/>
                    <a:p>
                      <a:pPr marL="0" marR="0" lvl="0" indent="0" algn="l" rtl="0">
                        <a:lnSpc>
                          <a:spcPct val="100000"/>
                        </a:lnSpc>
                        <a:spcBef>
                          <a:spcPts val="0"/>
                        </a:spcBef>
                        <a:spcAft>
                          <a:spcPts val="0"/>
                        </a:spcAft>
                        <a:buClr>
                          <a:srgbClr val="000000"/>
                        </a:buClr>
                        <a:buSzPts val="1400"/>
                        <a:buFont typeface="Arial"/>
                        <a:buNone/>
                      </a:pPr>
                      <a:r>
                        <a:rPr lang="en-IN" dirty="0"/>
                        <a:t>Benchmarks LLM geolocation ability across image-</a:t>
                      </a:r>
                      <a:r>
                        <a:rPr lang="en-IN" dirty="0" err="1"/>
                        <a:t>toplace</a:t>
                      </a:r>
                      <a:r>
                        <a:rPr lang="en-IN" dirty="0"/>
                        <a:t> tasks.</a:t>
                      </a:r>
                      <a:endParaRPr sz="1400" u="none" strike="noStrike" cap="none" dirty="0"/>
                    </a:p>
                  </a:txBody>
                  <a:tcPr marL="91425" marR="91425" marT="91425" marB="914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chemeClr val="lt1"/>
                    </a:solidFill>
                  </a:tcPr>
                </a:tc>
                <a:tc>
                  <a:txBody>
                    <a:bodyPr/>
                    <a:lstStyle/>
                    <a:p>
                      <a:pPr marL="0" marR="0" lvl="0" indent="0" algn="l" rtl="0">
                        <a:lnSpc>
                          <a:spcPct val="100000"/>
                        </a:lnSpc>
                        <a:spcBef>
                          <a:spcPts val="0"/>
                        </a:spcBef>
                        <a:spcAft>
                          <a:spcPts val="0"/>
                        </a:spcAft>
                        <a:buClr>
                          <a:srgbClr val="000000"/>
                        </a:buClr>
                        <a:buSzPts val="1400"/>
                        <a:buFont typeface="Arial"/>
                        <a:buNone/>
                      </a:pPr>
                      <a:r>
                        <a:rPr lang="en-IN" dirty="0"/>
                        <a:t>Evaluation is </a:t>
                      </a:r>
                      <a:r>
                        <a:rPr lang="en-IN" dirty="0" err="1"/>
                        <a:t>benchmarkoriented</a:t>
                      </a:r>
                      <a:r>
                        <a:rPr lang="en-IN" dirty="0"/>
                        <a:t> and does not measure incident action outcomes.</a:t>
                      </a:r>
                      <a:endParaRPr sz="1400" u="none" strike="noStrike" cap="none" dirty="0"/>
                    </a:p>
                  </a:txBody>
                  <a:tcPr marL="91425" marR="91425" marT="91425" marB="914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2"/>
                  </a:ext>
                </a:extLst>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pic>
        <p:nvPicPr>
          <p:cNvPr id="168" name="Google Shape;168;p23" descr="C:\Users\DELL\Desktop\pccoer.jpg"/>
          <p:cNvPicPr preferRelativeResize="0"/>
          <p:nvPr/>
        </p:nvPicPr>
        <p:blipFill rotWithShape="1">
          <a:blip r:embed="rId3">
            <a:alphaModFix/>
          </a:blip>
          <a:srcRect/>
          <a:stretch/>
        </p:blipFill>
        <p:spPr>
          <a:xfrm>
            <a:off x="3657600" y="0"/>
            <a:ext cx="1371600" cy="764904"/>
          </a:xfrm>
          <a:prstGeom prst="rect">
            <a:avLst/>
          </a:prstGeom>
          <a:noFill/>
          <a:ln>
            <a:noFill/>
          </a:ln>
        </p:spPr>
      </p:pic>
      <p:nvGrpSpPr>
        <p:cNvPr id="1" name="Shape 164"/>
        <p:cNvGrpSpPr/>
        <p:nvPr/>
      </p:nvGrpSpPr>
      <p:grpSpPr>
        <a:xfrm>
          <a:off x="0" y="0"/>
          <a:ext cx="0" cy="0"/>
          <a:chOff x="0" y="0"/>
          <a:chExt cx="0" cy="0"/>
        </a:xfrm>
      </p:grpSpPr>
      <p:sp>
        <p:nvSpPr>
          <p:cNvPr id="169" name="TextBox 168"/>
          <p:cNvSpPr txBox="1"/>
          <p:nvPr/>
        </p:nvSpPr>
        <p:spPr>
          <a:xfrm>
            <a:off x="6300000" y="6588000"/>
            <a:ext cx="720000" cy="360000"/>
          </a:xfrm>
          <a:prstGeom prst="rect">
            <a:avLst/>
          </a:prstGeom>
          <a:noFill/>
        </p:spPr>
        <p:txBody>
          <a:bodyPr wrap="none">
            <a:spAutoFit/>
          </a:bodyPr>
          <a:lstStyle/>
          <a:p>
            <a:pPr>
              <a:defRPr sz="1100"/>
            </a:pPr>
            <a:r>
              <a:t>10</a:t>
            </a:r>
          </a:p>
        </p:txBody>
      </p:sp>
      <p:sp>
        <p:nvSpPr>
          <p:cNvPr id="170" name="TextBox 169"/>
          <p:cNvSpPr txBox="1"/>
          <p:nvPr/>
        </p:nvSpPr>
        <p:spPr>
          <a:xfrm>
            <a:off x="540000" y="180000"/>
            <a:ext cx="7920000" cy="720000"/>
          </a:xfrm>
          <a:prstGeom prst="rect">
            <a:avLst/>
          </a:prstGeom>
          <a:noFill/>
        </p:spPr>
        <p:txBody>
          <a:bodyPr wrap="square">
            <a:spAutoFit/>
          </a:bodyPr>
          <a:lstStyle/>
          <a:p>
            <a:pPr>
              <a:defRPr sz="2800" b="1">
                <a:solidFill>
                  <a:srgbClr val="1A3C6E"/>
                </a:solidFill>
              </a:defRPr>
            </a:pPr>
            <a:r>
              <a:t>System Modules</a:t>
            </a:r>
          </a:p>
        </p:txBody>
      </p:sp>
      <p:sp>
        <p:nvSpPr>
          <p:cNvPr id="171" name="TextBox 170"/>
          <p:cNvSpPr txBox="1"/>
          <p:nvPr/>
        </p:nvSpPr>
        <p:spPr>
          <a:xfrm>
            <a:off x="540000" y="1080000"/>
            <a:ext cx="7920000" cy="5400000"/>
          </a:xfrm>
          <a:prstGeom prst="rect">
            <a:avLst/>
          </a:prstGeom>
          <a:noFill/>
        </p:spPr>
        <p:txBody>
          <a:bodyPr wrap="square">
            <a:spAutoFit/>
          </a:bodyPr>
          <a:lstStyle/>
          <a:p>
            <a:pPr>
              <a:spcAft>
                <a:spcPts val="600"/>
              </a:spcAft>
              <a:defRPr sz="1300"/>
            </a:pPr>
            <a:r>
              <a:t>● User Interface — Image upload, preview, chat timeline, and action buttons</a:t>
            </a:r>
          </a:p>
          <a:p>
            <a:pPr>
              <a:spcAft>
                <a:spcPts val="600"/>
              </a:spcAft>
              <a:defRPr sz="1300"/>
            </a:pPr>
            <a:r>
              <a:t>● Backend API — Analyze, learn-more, report, and health endpoints</a:t>
            </a:r>
          </a:p>
          <a:p>
            <a:pPr>
              <a:spcAft>
                <a:spcPts val="600"/>
              </a:spcAft>
              <a:defRPr sz="1300"/>
            </a:pPr>
            <a:r>
              <a:t>● Multimodal Inference — Gemini 2.5 Flash for scene understanding</a:t>
            </a:r>
          </a:p>
          <a:p>
            <a:pPr>
              <a:spcAft>
                <a:spcPts val="600"/>
              </a:spcAft>
              <a:defRPr sz="1300"/>
            </a:pPr>
            <a:r>
              <a:t>● Parser &amp; Normalizer — JSON extraction, repair, field validation</a:t>
            </a:r>
          </a:p>
          <a:p>
            <a:pPr>
              <a:spcAft>
                <a:spcPts val="600"/>
              </a:spcAft>
              <a:defRPr sz="1300"/>
            </a:pPr>
            <a:r>
              <a:t>● Risk Policy Engine — Deterministic risk and confidence rules</a:t>
            </a:r>
          </a:p>
          <a:p>
            <a:pPr>
              <a:spcAft>
                <a:spcPts val="600"/>
              </a:spcAft>
              <a:defRPr sz="1300"/>
            </a:pPr>
            <a:r>
              <a:t>● Action Mapper — Report, learn-more, open map, safety tips</a:t>
            </a:r>
          </a:p>
          <a:p>
            <a:pPr>
              <a:spcAft>
                <a:spcPts val="600"/>
              </a:spcAft>
              <a:defRPr sz="1300"/>
            </a:pPr>
            <a:r>
              <a:t>● Persistence Layer — SQLite for sessions, outputs, actions, incidents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pic>
        <p:nvPicPr>
          <p:cNvPr id="176" name="Google Shape;176;p24" descr="C:\Users\DELL\Desktop\pccoer.jpg"/>
          <p:cNvPicPr preferRelativeResize="0"/>
          <p:nvPr/>
        </p:nvPicPr>
        <p:blipFill rotWithShape="1">
          <a:blip r:embed="rId3">
            <a:alphaModFix/>
          </a:blip>
          <a:srcRect/>
          <a:stretch/>
        </p:blipFill>
        <p:spPr>
          <a:xfrm>
            <a:off x="3657600" y="0"/>
            <a:ext cx="1371600" cy="910828"/>
          </a:xfrm>
          <a:prstGeom prst="rect">
            <a:avLst/>
          </a:prstGeom>
          <a:noFill/>
          <a:ln>
            <a:noFill/>
          </a:ln>
        </p:spPr>
      </p:pic>
      <p:nvGrpSpPr>
        <p:cNvPr id="1" name="Shape 173"/>
        <p:cNvGrpSpPr/>
        <p:nvPr/>
      </p:nvGrpSpPr>
      <p:grpSpPr>
        <a:xfrm>
          <a:off x="0" y="0"/>
          <a:ext cx="0" cy="0"/>
          <a:chOff x="0" y="0"/>
          <a:chExt cx="0" cy="0"/>
        </a:xfrm>
      </p:grpSpPr>
      <p:sp>
        <p:nvSpPr>
          <p:cNvPr id="177" name="TextBox 176"/>
          <p:cNvSpPr txBox="1"/>
          <p:nvPr/>
        </p:nvSpPr>
        <p:spPr>
          <a:xfrm>
            <a:off x="6300000" y="6588000"/>
            <a:ext cx="720000" cy="360000"/>
          </a:xfrm>
          <a:prstGeom prst="rect">
            <a:avLst/>
          </a:prstGeom>
          <a:noFill/>
        </p:spPr>
        <p:txBody>
          <a:bodyPr wrap="none">
            <a:spAutoFit/>
          </a:bodyPr>
          <a:lstStyle/>
          <a:p>
            <a:pPr>
              <a:defRPr sz="1100"/>
            </a:pPr>
            <a:r>
              <a:t>11</a:t>
            </a:r>
          </a:p>
        </p:txBody>
      </p:sp>
      <p:sp>
        <p:nvSpPr>
          <p:cNvPr id="178" name="TextBox 177"/>
          <p:cNvSpPr txBox="1"/>
          <p:nvPr/>
        </p:nvSpPr>
        <p:spPr>
          <a:xfrm>
            <a:off x="540000" y="180000"/>
            <a:ext cx="7920000" cy="720000"/>
          </a:xfrm>
          <a:prstGeom prst="rect">
            <a:avLst/>
          </a:prstGeom>
          <a:noFill/>
        </p:spPr>
        <p:txBody>
          <a:bodyPr wrap="square">
            <a:spAutoFit/>
          </a:bodyPr>
          <a:lstStyle/>
          <a:p>
            <a:pPr>
              <a:defRPr sz="2800" b="1">
                <a:solidFill>
                  <a:srgbClr val="1A3C6E"/>
                </a:solidFill>
              </a:defRPr>
            </a:pPr>
            <a:r>
              <a:t>Mathematical Model</a:t>
            </a:r>
          </a:p>
        </p:txBody>
      </p:sp>
      <p:sp>
        <p:nvSpPr>
          <p:cNvPr id="179" name="TextBox 178"/>
          <p:cNvSpPr txBox="1"/>
          <p:nvPr/>
        </p:nvSpPr>
        <p:spPr>
          <a:xfrm>
            <a:off x="540000" y="1080000"/>
            <a:ext cx="7920000" cy="5400000"/>
          </a:xfrm>
          <a:prstGeom prst="rect">
            <a:avLst/>
          </a:prstGeom>
          <a:noFill/>
        </p:spPr>
        <p:txBody>
          <a:bodyPr wrap="square">
            <a:spAutoFit/>
          </a:bodyPr>
          <a:lstStyle/>
          <a:p>
            <a:pPr>
              <a:spcAft>
                <a:spcPts val="600"/>
              </a:spcAft>
              <a:defRPr sz="1300"/>
            </a:pPr>
            <a:r>
              <a:t>Input image I → Multimodal model M produces structured output o = M(I)</a:t>
            </a:r>
          </a:p>
          <a:p>
            <a:pPr>
              <a:spcAft>
                <a:spcPts val="600"/>
              </a:spcAft>
              <a:defRPr sz="1300"/>
            </a:pPr>
          </a:p>
          <a:p>
            <a:pPr>
              <a:spcAft>
                <a:spcPts val="600"/>
              </a:spcAft>
              <a:defRPr sz="1300"/>
            </a:pPr>
            <a:r>
              <a:t>o contains: summary, risk level, confidence, entities, location, rationale</a:t>
            </a:r>
          </a:p>
          <a:p>
            <a:pPr>
              <a:spcAft>
                <a:spcPts val="600"/>
              </a:spcAft>
              <a:defRPr sz="1300"/>
            </a:pPr>
          </a:p>
          <a:p>
            <a:pPr>
              <a:spcAft>
                <a:spcPts val="600"/>
              </a:spcAft>
              <a:defRPr sz="1300"/>
            </a:pPr>
            <a:r>
              <a:t>Final risk r:</a:t>
            </a:r>
          </a:p>
          <a:p>
            <a:pPr>
              <a:spcAft>
                <a:spcPts val="600"/>
              </a:spcAft>
              <a:defRPr sz="1300"/>
            </a:pPr>
            <a:r>
              <a:t>  high if hazard keywords present AND r_m ∈ {low, uncertain}</a:t>
            </a:r>
          </a:p>
          <a:p>
            <a:pPr>
              <a:spcAft>
                <a:spcPts val="600"/>
              </a:spcAft>
              <a:defRPr sz="1300"/>
            </a:pPr>
            <a:r>
              <a:t>  otherwise r = r_m (model-assigned risk)</a:t>
            </a:r>
          </a:p>
          <a:p>
            <a:pPr>
              <a:spcAft>
                <a:spcPts val="600"/>
              </a:spcAft>
              <a:defRPr sz="1300"/>
            </a:pPr>
          </a:p>
          <a:p>
            <a:pPr>
              <a:spcAft>
                <a:spcPts val="600"/>
              </a:spcAft>
              <a:defRPr sz="1300"/>
            </a:pPr>
            <a:r>
              <a:t>Confidence c normalized to [0,1]:</a:t>
            </a:r>
          </a:p>
          <a:p>
            <a:pPr>
              <a:spcAft>
                <a:spcPts val="600"/>
              </a:spcAft>
              <a:defRPr sz="1300"/>
            </a:pPr>
            <a:r>
              <a:t>  c = max(c_m, 0.72) when hazard signal detected</a:t>
            </a:r>
          </a:p>
          <a:p>
            <a:pPr>
              <a:spcAft>
                <a:spcPts val="600"/>
              </a:spcAft>
              <a:defRPr sz="1300"/>
            </a:pPr>
            <a:r>
              <a:t>  c = c_m otherwise</a:t>
            </a:r>
          </a:p>
          <a:p>
            <a:pPr>
              <a:spcAft>
                <a:spcPts val="600"/>
              </a:spcAft>
              <a:defRPr sz="1300"/>
            </a:pPr>
          </a:p>
          <a:p>
            <a:pPr>
              <a:spcAft>
                <a:spcPts val="600"/>
              </a:spcAft>
              <a:defRPr sz="1300"/>
            </a:pPr>
            <a:r>
              <a:t>Action set A selected by policy:</a:t>
            </a:r>
          </a:p>
          <a:p>
            <a:pPr>
              <a:spcAft>
                <a:spcPts val="600"/>
              </a:spcAft>
              <a:defRPr sz="1300"/>
            </a:pPr>
            <a:r>
              <a:t>  c &lt; 0.45 or uncertain → ask for context</a:t>
            </a:r>
          </a:p>
          <a:p>
            <a:pPr>
              <a:spcAft>
                <a:spcPts val="600"/>
              </a:spcAft>
              <a:defRPr sz="1300"/>
            </a:pPr>
            <a:r>
              <a:t>  r = high → report + safety tips</a:t>
            </a:r>
          </a:p>
          <a:p>
            <a:pPr>
              <a:spcAft>
                <a:spcPts val="600"/>
              </a:spcAft>
              <a:defRPr sz="1300"/>
            </a:pPr>
            <a:r>
              <a:t>  r = low → learn-more + open map</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81"/>
        <p:cNvGrpSpPr/>
        <p:nvPr/>
      </p:nvGrpSpPr>
      <p:grpSpPr>
        <a:xfrm>
          <a:off x="0" y="0"/>
          <a:ext cx="0" cy="0"/>
          <a:chOff x="0" y="0"/>
          <a:chExt cx="0" cy="0"/>
        </a:xfrm>
      </p:grpSpPr>
      <p:sp>
        <p:nvSpPr>
          <p:cNvPr id="182" name="Google Shape;182;p25"/>
          <p:cNvSpPr txBox="1"/>
          <p:nvPr/>
        </p:nvSpPr>
        <p:spPr>
          <a:xfrm>
            <a:off x="0" y="914400"/>
            <a:ext cx="9144000" cy="57000"/>
          </a:xfrm>
          <a:prstGeom prst="rect">
            <a:avLst/>
          </a:prstGeom>
          <a:solidFill>
            <a:schemeClr val="accent2">
              <a:alpha val="48235"/>
            </a:schemeClr>
          </a:solidFill>
          <a:ln w="25400" cap="flat" cmpd="sng">
            <a:solidFill>
              <a:srgbClr val="A0D3E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800"/>
              <a:buFont typeface="Arial"/>
              <a:buNone/>
            </a:pPr>
            <a:endParaRPr sz="1800" b="0" i="0" u="none" strike="noStrike" cap="none">
              <a:solidFill>
                <a:schemeClr val="dk1"/>
              </a:solidFill>
              <a:latin typeface="Arial"/>
              <a:ea typeface="Arial"/>
              <a:cs typeface="Arial"/>
              <a:sym typeface="Arial"/>
            </a:endParaRPr>
          </a:p>
        </p:txBody>
      </p:sp>
      <p:sp>
        <p:nvSpPr>
          <p:cNvPr id="183" name="Google Shape;183;p25"/>
          <p:cNvSpPr txBox="1"/>
          <p:nvPr/>
        </p:nvSpPr>
        <p:spPr>
          <a:xfrm>
            <a:off x="80" y="840583"/>
            <a:ext cx="8894620" cy="3865017"/>
          </a:xfrm>
          <a:prstGeom prst="rect">
            <a:avLst/>
          </a:prstGeom>
          <a:noFill/>
          <a:ln>
            <a:noFill/>
          </a:ln>
        </p:spPr>
        <p:txBody>
          <a:bodyPr spcFirstLastPara="1" wrap="square" lIns="91425" tIns="45700" rIns="91425" bIns="45700" anchor="t" anchorCtr="0">
            <a:noAutofit/>
          </a:bodyPr>
          <a:lstStyle/>
          <a:p>
            <a:pPr marL="114300" marR="0" lvl="0" indent="0" algn="just" rtl="0">
              <a:lnSpc>
                <a:spcPct val="115000"/>
              </a:lnSpc>
              <a:spcBef>
                <a:spcPts val="1200"/>
              </a:spcBef>
              <a:spcAft>
                <a:spcPts val="0"/>
              </a:spcAft>
              <a:buClr>
                <a:srgbClr val="000000"/>
              </a:buClr>
              <a:buSzPts val="2200"/>
              <a:buFont typeface="Arial"/>
              <a:buNone/>
            </a:pPr>
            <a:r>
              <a:rPr lang="en-GB" sz="2200" b="1" i="0" u="none" strike="noStrike" cap="none">
                <a:solidFill>
                  <a:schemeClr val="dk1"/>
                </a:solidFill>
                <a:latin typeface="Times New Roman"/>
                <a:ea typeface="Times New Roman"/>
                <a:cs typeface="Times New Roman"/>
                <a:sym typeface="Times New Roman"/>
              </a:rPr>
              <a:t>PROPOSED SOLUTION:</a:t>
            </a:r>
            <a:endParaRPr sz="1400" b="0" i="0" u="none" strike="noStrike" cap="none">
              <a:solidFill>
                <a:srgbClr val="000000"/>
              </a:solidFill>
              <a:latin typeface="Arial"/>
              <a:ea typeface="Arial"/>
              <a:cs typeface="Arial"/>
              <a:sym typeface="Arial"/>
            </a:endParaRPr>
          </a:p>
          <a:p>
            <a:pPr marL="114300" marR="0" lvl="0" indent="0" algn="just" rtl="0">
              <a:lnSpc>
                <a:spcPct val="115000"/>
              </a:lnSpc>
              <a:spcBef>
                <a:spcPts val="1200"/>
              </a:spcBef>
              <a:spcAft>
                <a:spcPts val="0"/>
              </a:spcAft>
              <a:buClr>
                <a:srgbClr val="000000"/>
              </a:buClr>
              <a:buSzPts val="1400"/>
              <a:buFont typeface="Arial"/>
              <a:buNone/>
            </a:pPr>
            <a:endParaRPr sz="1400" b="0" i="0" u="none" strike="noStrike" cap="none">
              <a:solidFill>
                <a:schemeClr val="dk1"/>
              </a:solidFill>
              <a:latin typeface="Times New Roman"/>
              <a:ea typeface="Times New Roman"/>
              <a:cs typeface="Times New Roman"/>
              <a:sym typeface="Times New Roman"/>
            </a:endParaRPr>
          </a:p>
        </p:txBody>
      </p:sp>
      <p:sp>
        <p:nvSpPr>
          <p:cNvPr id="184" name="Google Shape;184;p25"/>
          <p:cNvSpPr txBox="1"/>
          <p:nvPr/>
        </p:nvSpPr>
        <p:spPr>
          <a:xfrm>
            <a:off x="6553200" y="4767263"/>
            <a:ext cx="2133600" cy="273900"/>
          </a:xfrm>
          <a:prstGeom prst="rect">
            <a:avLst/>
          </a:prstGeom>
          <a:noFill/>
          <a:ln>
            <a:noFill/>
          </a:ln>
        </p:spPr>
        <p:txBody>
          <a:bodyPr spcFirstLastPara="1" wrap="square" lIns="91425" tIns="45700" rIns="91425" bIns="45700" anchor="ctr" anchorCtr="0">
            <a:noAutofit/>
          </a:bodyPr>
          <a:lstStyle/>
          <a:p>
            <a:pPr marL="0" marR="0" lvl="0" indent="0" algn="r" rtl="0">
              <a:lnSpc>
                <a:spcPct val="100000"/>
              </a:lnSpc>
              <a:spcBef>
                <a:spcPts val="0"/>
              </a:spcBef>
              <a:spcAft>
                <a:spcPts val="0"/>
              </a:spcAft>
              <a:buClr>
                <a:srgbClr val="898989"/>
              </a:buClr>
              <a:buSzPts val="1200"/>
              <a:buFont typeface="Calibri"/>
              <a:buNone/>
            </a:pPr>
            <a:fld id="{00000000-1234-1234-1234-123412341234}" type="slidenum">
              <a:rPr lang="en-GB" sz="1200" b="0" i="0" u="none" strike="noStrike" cap="none">
                <a:solidFill>
                  <a:srgbClr val="898989"/>
                </a:solidFill>
                <a:latin typeface="Calibri"/>
                <a:ea typeface="Calibri"/>
                <a:cs typeface="Calibri"/>
                <a:sym typeface="Calibri"/>
              </a:rPr>
              <a:t>12</a:t>
            </a:fld>
            <a:endParaRPr sz="1400" b="0" i="0" u="none" strike="noStrike" cap="none">
              <a:solidFill>
                <a:srgbClr val="000000"/>
              </a:solidFill>
              <a:latin typeface="Arial"/>
              <a:ea typeface="Arial"/>
              <a:cs typeface="Arial"/>
              <a:sym typeface="Arial"/>
            </a:endParaRPr>
          </a:p>
        </p:txBody>
      </p:sp>
      <p:pic>
        <p:nvPicPr>
          <p:cNvPr id="185" name="Google Shape;185;p25" descr="C:\Users\DELL\Desktop\pccoer.jpg"/>
          <p:cNvPicPr preferRelativeResize="0"/>
          <p:nvPr/>
        </p:nvPicPr>
        <p:blipFill rotWithShape="1">
          <a:blip r:embed="rId3">
            <a:alphaModFix/>
          </a:blip>
          <a:srcRect/>
          <a:stretch/>
        </p:blipFill>
        <p:spPr>
          <a:xfrm>
            <a:off x="3657600" y="0"/>
            <a:ext cx="1371600" cy="910828"/>
          </a:xfrm>
          <a:prstGeom prst="rect">
            <a:avLst/>
          </a:prstGeom>
          <a:noFill/>
          <a:ln>
            <a:noFill/>
          </a:ln>
        </p:spPr>
      </p:pic>
      <p:sp>
        <p:nvSpPr>
          <p:cNvPr id="186" name="Google Shape;186;p25"/>
          <p:cNvSpPr txBox="1"/>
          <p:nvPr/>
        </p:nvSpPr>
        <p:spPr>
          <a:xfrm>
            <a:off x="124650" y="1204763"/>
            <a:ext cx="8894700" cy="3562500"/>
          </a:xfrm>
          <a:prstGeom prst="rect">
            <a:avLst/>
          </a:prstGeom>
          <a:noFill/>
          <a:ln>
            <a:noFill/>
          </a:ln>
        </p:spPr>
        <p:txBody>
          <a:bodyPr spcFirstLastPara="1" wrap="square" lIns="91425" tIns="91425" rIns="91425" bIns="91425" anchor="t" anchorCtr="0">
            <a:normAutofit fontScale="25000" lnSpcReduction="20000"/>
          </a:bodyPr>
          <a:lstStyle/>
          <a:p>
            <a:pPr marL="514350" marR="0" lvl="0" indent="-285750" algn="l" rtl="0">
              <a:lnSpc>
                <a:spcPct val="90000"/>
              </a:lnSpc>
              <a:spcBef>
                <a:spcPts val="1200"/>
              </a:spcBef>
              <a:spcAft>
                <a:spcPts val="0"/>
              </a:spcAft>
              <a:buClr>
                <a:srgbClr val="000000"/>
              </a:buClr>
              <a:buSzPts val="440"/>
              <a:buFont typeface="Arial" panose="020B0604020202020204" pitchFamily="34" charset="0"/>
              <a:buChar char="•"/>
            </a:pPr>
            <a:endParaRPr sz="1300" b="0" i="0" u="none" strike="noStrike" cap="none" dirty="0">
              <a:solidFill>
                <a:schemeClr val="dk1"/>
              </a:solidFill>
              <a:latin typeface="Times New Roman" panose="02020603050405020304" pitchFamily="18" charset="0"/>
              <a:ea typeface="Times New Roman"/>
              <a:cs typeface="Times New Roman" panose="02020603050405020304" pitchFamily="18" charset="0"/>
              <a:sym typeface="Times New Roman"/>
            </a:endParaRPr>
          </a:p>
          <a:p>
            <a:pPr marL="342900" indent="-342900">
              <a:buFont typeface="Arial" panose="020B0604020202020204" pitchFamily="34" charset="0"/>
              <a:buChar char="•"/>
            </a:pPr>
            <a:r>
              <a:rPr lang="en-IN" sz="5600" b="1" dirty="0">
                <a:latin typeface="Times New Roman" panose="02020603050405020304" pitchFamily="18" charset="0"/>
                <a:cs typeface="Times New Roman" panose="02020603050405020304" pitchFamily="18" charset="0"/>
              </a:rPr>
              <a:t>Image Upload → Input Validation:</a:t>
            </a:r>
            <a:br>
              <a:rPr lang="en-IN" sz="5600" dirty="0">
                <a:latin typeface="Times New Roman" panose="02020603050405020304" pitchFamily="18" charset="0"/>
                <a:cs typeface="Times New Roman" panose="02020603050405020304" pitchFamily="18" charset="0"/>
              </a:rPr>
            </a:br>
            <a:r>
              <a:rPr lang="en-IN" sz="5600" dirty="0">
                <a:latin typeface="Times New Roman" panose="02020603050405020304" pitchFamily="18" charset="0"/>
                <a:cs typeface="Times New Roman" panose="02020603050405020304" pitchFamily="18" charset="0"/>
              </a:rPr>
              <a:t>The user uploads an image through the web application. The backend validates the image format, size, and generates an image hash for secure processing.</a:t>
            </a:r>
          </a:p>
          <a:p>
            <a:endParaRPr lang="en-IN" sz="5600" dirty="0">
              <a:latin typeface="Times New Roman" panose="02020603050405020304" pitchFamily="18" charset="0"/>
              <a:cs typeface="Times New Roman" panose="02020603050405020304" pitchFamily="18" charset="0"/>
            </a:endParaRPr>
          </a:p>
          <a:p>
            <a:pPr marL="342900" indent="-342900">
              <a:buFont typeface="Arial" panose="020B0604020202020204" pitchFamily="34" charset="0"/>
              <a:buChar char="•"/>
            </a:pPr>
            <a:r>
              <a:rPr lang="en-IN" sz="5600" b="1" dirty="0">
                <a:latin typeface="Times New Roman" panose="02020603050405020304" pitchFamily="18" charset="0"/>
                <a:cs typeface="Times New Roman" panose="02020603050405020304" pitchFamily="18" charset="0"/>
              </a:rPr>
              <a:t>Input Validation → Gemini Vision Analysis:</a:t>
            </a:r>
            <a:br>
              <a:rPr lang="en-IN" sz="5600" dirty="0">
                <a:latin typeface="Times New Roman" panose="02020603050405020304" pitchFamily="18" charset="0"/>
                <a:cs typeface="Times New Roman" panose="02020603050405020304" pitchFamily="18" charset="0"/>
              </a:rPr>
            </a:br>
            <a:r>
              <a:rPr lang="en-IN" sz="5600" dirty="0">
                <a:latin typeface="Times New Roman" panose="02020603050405020304" pitchFamily="18" charset="0"/>
                <a:cs typeface="Times New Roman" panose="02020603050405020304" pitchFamily="18" charset="0"/>
              </a:rPr>
              <a:t>The validated image is sent to the Gemini 2.5 Flash model, which performs scene understanding, landmark recognition, location estimation, and hazard detection.</a:t>
            </a:r>
          </a:p>
          <a:p>
            <a:pPr marL="342900" indent="-342900">
              <a:buFont typeface="Arial" panose="020B0604020202020204" pitchFamily="34" charset="0"/>
              <a:buChar char="•"/>
            </a:pPr>
            <a:endParaRPr lang="en-IN" sz="5600" dirty="0">
              <a:latin typeface="Times New Roman" panose="02020603050405020304" pitchFamily="18" charset="0"/>
              <a:cs typeface="Times New Roman" panose="02020603050405020304" pitchFamily="18" charset="0"/>
            </a:endParaRPr>
          </a:p>
          <a:p>
            <a:pPr marL="342900" indent="-342900">
              <a:buFont typeface="Arial" panose="020B0604020202020204" pitchFamily="34" charset="0"/>
              <a:buChar char="•"/>
            </a:pPr>
            <a:r>
              <a:rPr lang="en-IN" sz="5600" b="1" dirty="0">
                <a:latin typeface="Times New Roman" panose="02020603050405020304" pitchFamily="18" charset="0"/>
                <a:cs typeface="Times New Roman" panose="02020603050405020304" pitchFamily="18" charset="0"/>
              </a:rPr>
              <a:t>Gemini Vision Analysis → Structured JSON Processing:</a:t>
            </a:r>
            <a:br>
              <a:rPr lang="en-IN" sz="5600" dirty="0">
                <a:latin typeface="Times New Roman" panose="02020603050405020304" pitchFamily="18" charset="0"/>
                <a:cs typeface="Times New Roman" panose="02020603050405020304" pitchFamily="18" charset="0"/>
              </a:rPr>
            </a:br>
            <a:r>
              <a:rPr lang="en-IN" sz="5600" dirty="0">
                <a:latin typeface="Times New Roman" panose="02020603050405020304" pitchFamily="18" charset="0"/>
                <a:cs typeface="Times New Roman" panose="02020603050405020304" pitchFamily="18" charset="0"/>
              </a:rPr>
              <a:t>The model returns a structured JSON response containing scene description, estimated location, detected entities, confidence score, risk level, and explanation.</a:t>
            </a:r>
          </a:p>
          <a:p>
            <a:pPr marL="342900" indent="-342900">
              <a:buFont typeface="Arial" panose="020B0604020202020204" pitchFamily="34" charset="0"/>
              <a:buChar char="•"/>
            </a:pPr>
            <a:endParaRPr lang="en-IN" sz="5600" dirty="0">
              <a:latin typeface="Times New Roman" panose="02020603050405020304" pitchFamily="18" charset="0"/>
              <a:cs typeface="Times New Roman" panose="02020603050405020304" pitchFamily="18" charset="0"/>
            </a:endParaRPr>
          </a:p>
          <a:p>
            <a:pPr marL="342900" indent="-342900">
              <a:buFont typeface="Arial" panose="020B0604020202020204" pitchFamily="34" charset="0"/>
              <a:buChar char="•"/>
            </a:pPr>
            <a:r>
              <a:rPr lang="en-IN" sz="5600" b="1" dirty="0">
                <a:latin typeface="Times New Roman" panose="02020603050405020304" pitchFamily="18" charset="0"/>
                <a:cs typeface="Times New Roman" panose="02020603050405020304" pitchFamily="18" charset="0"/>
              </a:rPr>
              <a:t>Structured JSON Processing → Risk Policy Engine:</a:t>
            </a:r>
            <a:br>
              <a:rPr lang="en-IN" sz="5600" dirty="0">
                <a:latin typeface="Times New Roman" panose="02020603050405020304" pitchFamily="18" charset="0"/>
                <a:cs typeface="Times New Roman" panose="02020603050405020304" pitchFamily="18" charset="0"/>
              </a:rPr>
            </a:br>
            <a:r>
              <a:rPr lang="en-IN" sz="5600" dirty="0">
                <a:latin typeface="Times New Roman" panose="02020603050405020304" pitchFamily="18" charset="0"/>
                <a:cs typeface="Times New Roman" panose="02020603050405020304" pitchFamily="18" charset="0"/>
              </a:rPr>
              <a:t>The backend validates and normalizes the JSON output, applies deterministic hazard policies, confidence thresholds, and generates appropriate user actions.</a:t>
            </a:r>
          </a:p>
          <a:p>
            <a:endParaRPr lang="en-IN" sz="5600" dirty="0">
              <a:latin typeface="Times New Roman" panose="02020603050405020304" pitchFamily="18" charset="0"/>
              <a:cs typeface="Times New Roman" panose="02020603050405020304" pitchFamily="18" charset="0"/>
            </a:endParaRPr>
          </a:p>
          <a:p>
            <a:pPr marL="342900" indent="-342900">
              <a:buFont typeface="Arial" panose="020B0604020202020204" pitchFamily="34" charset="0"/>
              <a:buChar char="•"/>
            </a:pPr>
            <a:r>
              <a:rPr lang="en-IN" sz="5600" b="1" dirty="0">
                <a:latin typeface="Times New Roman" panose="02020603050405020304" pitchFamily="18" charset="0"/>
                <a:cs typeface="Times New Roman" panose="02020603050405020304" pitchFamily="18" charset="0"/>
              </a:rPr>
              <a:t>Risk Policy Engine → User Actions &amp; Database Logging:</a:t>
            </a:r>
            <a:br>
              <a:rPr lang="en-IN" sz="5600" dirty="0">
                <a:latin typeface="Times New Roman" panose="02020603050405020304" pitchFamily="18" charset="0"/>
                <a:cs typeface="Times New Roman" panose="02020603050405020304" pitchFamily="18" charset="0"/>
              </a:rPr>
            </a:br>
            <a:r>
              <a:rPr lang="en-IN" sz="5600" dirty="0">
                <a:latin typeface="Times New Roman" panose="02020603050405020304" pitchFamily="18" charset="0"/>
                <a:cs typeface="Times New Roman" panose="02020603050405020304" pitchFamily="18" charset="0"/>
              </a:rPr>
              <a:t>Based on the detected risk level, the system displays </a:t>
            </a:r>
            <a:r>
              <a:rPr lang="en-IN" sz="5600" b="1" dirty="0">
                <a:latin typeface="Times New Roman" panose="02020603050405020304" pitchFamily="18" charset="0"/>
                <a:cs typeface="Times New Roman" panose="02020603050405020304" pitchFamily="18" charset="0"/>
              </a:rPr>
              <a:t>Learn More</a:t>
            </a:r>
            <a:r>
              <a:rPr lang="en-IN" sz="5600" dirty="0">
                <a:latin typeface="Times New Roman" panose="02020603050405020304" pitchFamily="18" charset="0"/>
                <a:cs typeface="Times New Roman" panose="02020603050405020304" pitchFamily="18" charset="0"/>
              </a:rPr>
              <a:t>, </a:t>
            </a:r>
            <a:r>
              <a:rPr lang="en-IN" sz="5600" b="1" dirty="0">
                <a:latin typeface="Times New Roman" panose="02020603050405020304" pitchFamily="18" charset="0"/>
                <a:cs typeface="Times New Roman" panose="02020603050405020304" pitchFamily="18" charset="0"/>
              </a:rPr>
              <a:t>Open Map</a:t>
            </a:r>
            <a:r>
              <a:rPr lang="en-IN" sz="5600" dirty="0">
                <a:latin typeface="Times New Roman" panose="02020603050405020304" pitchFamily="18" charset="0"/>
                <a:cs typeface="Times New Roman" panose="02020603050405020304" pitchFamily="18" charset="0"/>
              </a:rPr>
              <a:t>, or </a:t>
            </a:r>
            <a:r>
              <a:rPr lang="en-IN" sz="5600" b="1" dirty="0">
                <a:latin typeface="Times New Roman" panose="02020603050405020304" pitchFamily="18" charset="0"/>
                <a:cs typeface="Times New Roman" panose="02020603050405020304" pitchFamily="18" charset="0"/>
              </a:rPr>
              <a:t>Report Incident</a:t>
            </a:r>
            <a:r>
              <a:rPr lang="en-IN" sz="5600" dirty="0">
                <a:latin typeface="Times New Roman" panose="02020603050405020304" pitchFamily="18" charset="0"/>
                <a:cs typeface="Times New Roman" panose="02020603050405020304" pitchFamily="18" charset="0"/>
              </a:rPr>
              <a:t> options. All sessions, model outputs, user actions, and confirmed incident reports are securely stored in the SQLite database for future evaluation and auditing.</a:t>
            </a:r>
          </a:p>
          <a:p>
            <a:pPr marL="0" marR="0" lvl="0" indent="0" algn="l" rtl="0">
              <a:lnSpc>
                <a:spcPct val="90000"/>
              </a:lnSpc>
              <a:spcBef>
                <a:spcPts val="1200"/>
              </a:spcBef>
              <a:spcAft>
                <a:spcPts val="0"/>
              </a:spcAft>
              <a:buClr>
                <a:srgbClr val="000000"/>
              </a:buClr>
              <a:buSzPts val="440"/>
              <a:buFont typeface="Arial"/>
              <a:buNone/>
            </a:pPr>
            <a:endParaRPr sz="900" b="0" i="0" u="none" strike="noStrike" cap="none" dirty="0">
              <a:solidFill>
                <a:schemeClr val="dk1"/>
              </a:solidFill>
              <a:latin typeface="Times New Roman"/>
              <a:ea typeface="Times New Roman"/>
              <a:cs typeface="Times New Roman"/>
              <a:sym typeface="Times New Roman"/>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pic>
        <p:nvPicPr>
          <p:cNvPr id="91" name="Google Shape;91;p14" descr="C:\Users\DELL\Desktop\pccoer.jpg"/>
          <p:cNvPicPr preferRelativeResize="0"/>
          <p:nvPr/>
        </p:nvPicPr>
        <p:blipFill rotWithShape="1">
          <a:blip r:embed="rId3">
            <a:alphaModFix/>
          </a:blip>
          <a:srcRect/>
          <a:stretch/>
        </p:blipFill>
        <p:spPr>
          <a:xfrm>
            <a:off x="3869125" y="24300"/>
            <a:ext cx="1371600" cy="910828"/>
          </a:xfrm>
          <a:prstGeom prst="rect">
            <a:avLst/>
          </a:prstGeom>
          <a:noFill/>
          <a:ln>
            <a:noFill/>
          </a:ln>
        </p:spPr>
      </p:pic>
      <p:nvGrpSpPr>
        <p:cNvPr id="1" name="Shape 190"/>
        <p:cNvGrpSpPr/>
        <p:nvPr/>
      </p:nvGrpSpPr>
      <p:grpSpPr>
        <a:xfrm>
          <a:off x="0" y="0"/>
          <a:ext cx="0" cy="0"/>
          <a:chOff x="0" y="0"/>
          <a:chExt cx="0" cy="0"/>
        </a:xfrm>
      </p:grpSpPr>
      <p:sp>
        <p:nvSpPr>
          <p:cNvPr id="92" name="TextBox 91"/>
          <p:cNvSpPr txBox="1"/>
          <p:nvPr/>
        </p:nvSpPr>
        <p:spPr>
          <a:xfrm>
            <a:off x="6300000" y="6588000"/>
            <a:ext cx="720000" cy="360000"/>
          </a:xfrm>
          <a:prstGeom prst="rect">
            <a:avLst/>
          </a:prstGeom>
          <a:noFill/>
        </p:spPr>
        <p:txBody>
          <a:bodyPr wrap="none">
            <a:spAutoFit/>
          </a:bodyPr>
          <a:lstStyle/>
          <a:p>
            <a:pPr>
              <a:defRPr sz="1100"/>
            </a:pPr>
            <a:r>
              <a:t>13</a:t>
            </a:r>
          </a:p>
        </p:txBody>
      </p:sp>
      <p:sp>
        <p:nvSpPr>
          <p:cNvPr id="93" name="TextBox 92"/>
          <p:cNvSpPr txBox="1"/>
          <p:nvPr/>
        </p:nvSpPr>
        <p:spPr>
          <a:xfrm>
            <a:off x="540000" y="180000"/>
            <a:ext cx="7920000" cy="720000"/>
          </a:xfrm>
          <a:prstGeom prst="rect">
            <a:avLst/>
          </a:prstGeom>
          <a:noFill/>
        </p:spPr>
        <p:txBody>
          <a:bodyPr wrap="square">
            <a:spAutoFit/>
          </a:bodyPr>
          <a:lstStyle/>
          <a:p>
            <a:pPr>
              <a:defRPr sz="2800" b="1">
                <a:solidFill>
                  <a:srgbClr val="1A3C6E"/>
                </a:solidFill>
              </a:defRPr>
            </a:pPr>
            <a:r>
              <a:t>Risk Policy Engine</a:t>
            </a:r>
          </a:p>
        </p:txBody>
      </p:sp>
      <p:sp>
        <p:nvSpPr>
          <p:cNvPr id="94" name="TextBox 93"/>
          <p:cNvSpPr txBox="1"/>
          <p:nvPr/>
        </p:nvSpPr>
        <p:spPr>
          <a:xfrm>
            <a:off x="540000" y="1080000"/>
            <a:ext cx="7920000" cy="5400000"/>
          </a:xfrm>
          <a:prstGeom prst="rect">
            <a:avLst/>
          </a:prstGeom>
          <a:noFill/>
        </p:spPr>
        <p:txBody>
          <a:bodyPr wrap="square">
            <a:spAutoFit/>
          </a:bodyPr>
          <a:lstStyle/>
          <a:p>
            <a:pPr>
              <a:spcAft>
                <a:spcPts val="600"/>
              </a:spcAft>
              <a:defRPr sz="1300"/>
            </a:pPr>
            <a:r>
              <a:t>● Model returns structured JSON: risk level, confidence, entities, summary</a:t>
            </a:r>
          </a:p>
          <a:p>
            <a:pPr>
              <a:spcAft>
                <a:spcPts val="600"/>
              </a:spcAft>
              <a:defRPr sz="1300"/>
            </a:pPr>
            <a:r>
              <a:t>● Confidence normalized to [0,1] range</a:t>
            </a:r>
          </a:p>
          <a:p>
            <a:pPr>
              <a:spcAft>
                <a:spcPts val="600"/>
              </a:spcAft>
              <a:defRPr sz="1300"/>
            </a:pPr>
            <a:r>
              <a:t>● Hazard keyword detection in summary, rationale, or user context</a:t>
            </a:r>
          </a:p>
          <a:p>
            <a:pPr>
              <a:spcAft>
                <a:spcPts val="600"/>
              </a:spcAft>
              <a:defRPr sz="1300"/>
            </a:pPr>
            <a:r>
              <a:t>● Deterministic hazard escalation: keyword + low confidence → high risk override</a:t>
            </a:r>
          </a:p>
          <a:p>
            <a:pPr>
              <a:spcAft>
                <a:spcPts val="600"/>
              </a:spcAft>
              <a:defRPr sz="1300"/>
            </a:pPr>
            <a:r>
              <a:t>● Conservative fallback when JSON is invalid or confidence is very low</a:t>
            </a:r>
          </a:p>
          <a:p>
            <a:pPr>
              <a:spcAft>
                <a:spcPts val="600"/>
              </a:spcAft>
              <a:defRPr sz="1300"/>
            </a:pPr>
            <a:r>
              <a:t>● Confidence threshold rules determine user-facing action set</a:t>
            </a:r>
          </a:p>
          <a:p>
            <a:pPr>
              <a:spcAft>
                <a:spcPts val="600"/>
              </a:spcAft>
              <a:defRPr sz="1300"/>
            </a:pPr>
            <a:r>
              <a:t>● All outputs and decisions persisted in SQLite for audit</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pic>
        <p:nvPicPr>
          <p:cNvPr id="199" name="Google Shape;199;p27" descr="C:\Users\DELL\Desktop\pccoer.jpg"/>
          <p:cNvPicPr preferRelativeResize="0"/>
          <p:nvPr/>
        </p:nvPicPr>
        <p:blipFill rotWithShape="1">
          <a:blip r:embed="rId3">
            <a:alphaModFix/>
          </a:blip>
          <a:srcRect/>
          <a:stretch/>
        </p:blipFill>
        <p:spPr>
          <a:xfrm>
            <a:off x="3657600" y="0"/>
            <a:ext cx="1371600" cy="910828"/>
          </a:xfrm>
          <a:prstGeom prst="rect">
            <a:avLst/>
          </a:prstGeom>
          <a:noFill/>
          <a:ln>
            <a:noFill/>
          </a:ln>
        </p:spPr>
      </p:pic>
      <p:nvGrpSpPr>
        <p:cNvPr id="1" name="Shape 195"/>
        <p:cNvGrpSpPr/>
        <p:nvPr/>
      </p:nvGrpSpPr>
      <p:grpSpPr>
        <a:xfrm>
          <a:off x="0" y="0"/>
          <a:ext cx="0" cy="0"/>
          <a:chOff x="0" y="0"/>
          <a:chExt cx="0" cy="0"/>
        </a:xfrm>
      </p:grpSpPr>
      <p:sp>
        <p:nvSpPr>
          <p:cNvPr id="200" name="TextBox 199"/>
          <p:cNvSpPr txBox="1"/>
          <p:nvPr/>
        </p:nvSpPr>
        <p:spPr>
          <a:xfrm>
            <a:off x="6300000" y="6588000"/>
            <a:ext cx="720000" cy="360000"/>
          </a:xfrm>
          <a:prstGeom prst="rect">
            <a:avLst/>
          </a:prstGeom>
          <a:noFill/>
        </p:spPr>
        <p:txBody>
          <a:bodyPr wrap="none">
            <a:spAutoFit/>
          </a:bodyPr>
          <a:lstStyle/>
          <a:p>
            <a:pPr>
              <a:defRPr sz="1100"/>
            </a:pPr>
            <a:r>
              <a:t>14</a:t>
            </a:r>
          </a:p>
        </p:txBody>
      </p:sp>
      <p:sp>
        <p:nvSpPr>
          <p:cNvPr id="201" name="TextBox 200"/>
          <p:cNvSpPr txBox="1"/>
          <p:nvPr/>
        </p:nvSpPr>
        <p:spPr>
          <a:xfrm>
            <a:off x="540000" y="180000"/>
            <a:ext cx="7920000" cy="720000"/>
          </a:xfrm>
          <a:prstGeom prst="rect">
            <a:avLst/>
          </a:prstGeom>
          <a:noFill/>
        </p:spPr>
        <p:txBody>
          <a:bodyPr wrap="square">
            <a:spAutoFit/>
          </a:bodyPr>
          <a:lstStyle/>
          <a:p>
            <a:pPr>
              <a:defRPr sz="2800" b="1">
                <a:solidFill>
                  <a:srgbClr val="1A3C6E"/>
                </a:solidFill>
              </a:defRPr>
            </a:pPr>
            <a:r>
              <a:t>System Architecture</a:t>
            </a:r>
          </a:p>
        </p:txBody>
      </p:sp>
      <p:sp>
        <p:nvSpPr>
          <p:cNvPr id="202" name="TextBox 201"/>
          <p:cNvSpPr txBox="1"/>
          <p:nvPr/>
        </p:nvSpPr>
        <p:spPr>
          <a:xfrm>
            <a:off x="540000" y="1080000"/>
            <a:ext cx="7920000" cy="1800000"/>
          </a:xfrm>
          <a:prstGeom prst="rect">
            <a:avLst/>
          </a:prstGeom>
          <a:noFill/>
        </p:spPr>
        <p:txBody>
          <a:bodyPr wrap="square">
            <a:spAutoFit/>
          </a:bodyPr>
          <a:lstStyle/>
          <a:p>
            <a:pPr>
              <a:spcAft>
                <a:spcPts val="600"/>
              </a:spcAft>
              <a:defRPr sz="1400"/>
            </a:pPr>
            <a:r>
              <a:t>The system follows a client-server architecture with a React frontend, Flask backend, SQLite database, and Gemini Vision model integration.</a:t>
            </a:r>
          </a:p>
          <a:p>
            <a:pPr>
              <a:spcAft>
                <a:spcPts val="600"/>
              </a:spcAft>
              <a:defRPr sz="1400"/>
            </a:pPr>
          </a:p>
          <a:p>
            <a:pPr>
              <a:spcAft>
                <a:spcPts val="600"/>
              </a:spcAft>
              <a:defRPr sz="1400"/>
            </a:pPr>
            <a:r>
              <a:t>Flow: Image Upload → Backend API → Gemini Vision → JSON Parser → Risk Policy → Action Mapper → Response + Persistence</a:t>
            </a:r>
          </a:p>
        </p:txBody>
      </p:sp>
      <p:pic>
        <p:nvPicPr>
          <p:cNvPr id="203" name="Picture 202" descr="system_architecture.png"/>
          <p:cNvPicPr>
            <a:picLocks noChangeAspect="1"/>
          </p:cNvPicPr>
          <p:nvPr/>
        </p:nvPicPr>
        <p:blipFill>
          <a:blip r:embed="rId4"/>
          <a:stretch>
            <a:fillRect/>
          </a:stretch>
        </p:blipFill>
        <p:spPr>
          <a:xfrm>
            <a:off x="1080000" y="2700000"/>
            <a:ext cx="6480000" cy="3780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300000" y="6588000"/>
            <a:ext cx="720000" cy="360000"/>
          </a:xfrm>
          <a:prstGeom prst="rect">
            <a:avLst/>
          </a:prstGeom>
          <a:noFill/>
        </p:spPr>
        <p:txBody>
          <a:bodyPr wrap="none">
            <a:spAutoFit/>
          </a:bodyPr>
          <a:lstStyle/>
          <a:p>
            <a:pPr>
              <a:defRPr sz="1100"/>
            </a:pPr>
            <a:r>
              <a:t>15</a:t>
            </a:r>
          </a:p>
        </p:txBody>
      </p:sp>
      <p:sp>
        <p:nvSpPr>
          <p:cNvPr id="3" name="TextBox 2"/>
          <p:cNvSpPr txBox="1"/>
          <p:nvPr/>
        </p:nvSpPr>
        <p:spPr>
          <a:xfrm>
            <a:off x="540000" y="180000"/>
            <a:ext cx="7920000" cy="720000"/>
          </a:xfrm>
          <a:prstGeom prst="rect">
            <a:avLst/>
          </a:prstGeom>
          <a:noFill/>
        </p:spPr>
        <p:txBody>
          <a:bodyPr wrap="square">
            <a:spAutoFit/>
          </a:bodyPr>
          <a:lstStyle/>
          <a:p>
            <a:pPr>
              <a:defRPr sz="2800" b="1">
                <a:solidFill>
                  <a:srgbClr val="1A3C6E"/>
                </a:solidFill>
              </a:defRPr>
            </a:pPr>
            <a:r>
              <a:t>Evaluation Dataset</a:t>
            </a:r>
          </a:p>
        </p:txBody>
      </p:sp>
      <p:sp>
        <p:nvSpPr>
          <p:cNvPr id="4" name="TextBox 3"/>
          <p:cNvSpPr txBox="1"/>
          <p:nvPr/>
        </p:nvSpPr>
        <p:spPr>
          <a:xfrm>
            <a:off x="540000" y="1080000"/>
            <a:ext cx="7920000" cy="5400000"/>
          </a:xfrm>
          <a:prstGeom prst="rect">
            <a:avLst/>
          </a:prstGeom>
          <a:noFill/>
        </p:spPr>
        <p:txBody>
          <a:bodyPr wrap="square">
            <a:spAutoFit/>
          </a:bodyPr>
          <a:lstStyle/>
          <a:p>
            <a:pPr>
              <a:spcAft>
                <a:spcPts val="600"/>
              </a:spcAft>
              <a:defRPr sz="1400"/>
            </a:pPr>
            <a:r>
              <a:t>The project uses two data sources for evaluation:</a:t>
            </a:r>
          </a:p>
          <a:p>
            <a:pPr>
              <a:spcAft>
                <a:spcPts val="600"/>
              </a:spcAft>
              <a:defRPr sz="1400"/>
            </a:pPr>
          </a:p>
          <a:p>
            <a:pPr>
              <a:spcAft>
                <a:spcPts val="600"/>
              </a:spcAft>
              <a:defRPr sz="1300"/>
            </a:pPr>
            <a:r>
              <a:t>● Case-study images: Two manually verified Shaniwar Wada inputs</a:t>
            </a:r>
          </a:p>
          <a:p>
            <a:pPr>
              <a:spcAft>
                <a:spcPts val="600"/>
              </a:spcAft>
              <a:defRPr sz="1400"/>
            </a:pPr>
            <a:r>
              <a:t>- Regular landmark image → low risk, learn-more action</a:t>
            </a:r>
          </a:p>
          <a:p>
            <a:pPr>
              <a:spcAft>
                <a:spcPts val="600"/>
              </a:spcAft>
              <a:defRPr sz="1400"/>
            </a:pPr>
            <a:r>
              <a:t>- Fire-affected hazardous image → high risk, report action</a:t>
            </a:r>
          </a:p>
          <a:p>
            <a:pPr>
              <a:spcAft>
                <a:spcPts val="600"/>
              </a:spcAft>
              <a:defRPr sz="1400"/>
            </a:pPr>
          </a:p>
          <a:p>
            <a:pPr>
              <a:spcAft>
                <a:spcPts val="600"/>
              </a:spcAft>
              <a:defRPr sz="1300"/>
            </a:pPr>
            <a:r>
              <a:t>● Persisted run logs: 22 analyzed runs across 14 sessions</a:t>
            </a:r>
          </a:p>
          <a:p>
            <a:pPr>
              <a:spcAft>
                <a:spcPts val="600"/>
              </a:spcAft>
              <a:defRPr sz="1400"/>
            </a:pPr>
            <a:r>
              <a:t>- Low-risk outputs: 8</a:t>
            </a:r>
          </a:p>
          <a:p>
            <a:pPr>
              <a:spcAft>
                <a:spcPts val="600"/>
              </a:spcAft>
              <a:defRPr sz="1400"/>
            </a:pPr>
            <a:r>
              <a:t>- High-risk outputs: 8</a:t>
            </a:r>
          </a:p>
          <a:p>
            <a:pPr>
              <a:spcAft>
                <a:spcPts val="600"/>
              </a:spcAft>
              <a:defRPr sz="1400"/>
            </a:pPr>
            <a:r>
              <a:t>- Uncertain outputs: 6</a:t>
            </a:r>
          </a:p>
          <a:p>
            <a:pPr>
              <a:spcAft>
                <a:spcPts val="600"/>
              </a:spcAft>
              <a:defRPr sz="1400"/>
            </a:pPr>
            <a:r>
              <a:t>- Average confidence: 0.623</a:t>
            </a:r>
          </a:p>
          <a:p>
            <a:pPr>
              <a:spcAft>
                <a:spcPts val="600"/>
              </a:spcAft>
              <a:defRPr sz="1400"/>
            </a:pPr>
            <a:r>
              <a:t>- Confidence range: 0.00–0.95</a:t>
            </a:r>
          </a:p>
        </p:txBody>
      </p:sp>
    </p:spTree>
    <p:extLst>
      <p:ext uri="{BB962C8B-B14F-4D97-AF65-F5344CB8AC3E}">
        <p14:creationId xmlns:p14="http://schemas.microsoft.com/office/powerpoint/2010/main" val="360863173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pic>
        <p:nvPicPr>
          <p:cNvPr id="212" name="Google Shape;212;p29" descr="C:\Users\DELL\Desktop\pccoer.jpg"/>
          <p:cNvPicPr preferRelativeResize="0"/>
          <p:nvPr/>
        </p:nvPicPr>
        <p:blipFill rotWithShape="1">
          <a:blip r:embed="rId3">
            <a:alphaModFix/>
          </a:blip>
          <a:srcRect/>
          <a:stretch/>
        </p:blipFill>
        <p:spPr>
          <a:xfrm>
            <a:off x="3657600" y="0"/>
            <a:ext cx="1371600" cy="910828"/>
          </a:xfrm>
          <a:prstGeom prst="rect">
            <a:avLst/>
          </a:prstGeom>
          <a:noFill/>
          <a:ln>
            <a:noFill/>
          </a:ln>
        </p:spPr>
      </p:pic>
      <p:nvGrpSpPr>
        <p:cNvPr id="1" name="Shape 208"/>
        <p:cNvGrpSpPr/>
        <p:nvPr/>
      </p:nvGrpSpPr>
      <p:grpSpPr>
        <a:xfrm>
          <a:off x="0" y="0"/>
          <a:ext cx="0" cy="0"/>
          <a:chOff x="0" y="0"/>
          <a:chExt cx="0" cy="0"/>
        </a:xfrm>
      </p:grpSpPr>
      <p:sp>
        <p:nvSpPr>
          <p:cNvPr id="213" name="TextBox 212"/>
          <p:cNvSpPr txBox="1"/>
          <p:nvPr/>
        </p:nvSpPr>
        <p:spPr>
          <a:xfrm>
            <a:off x="6300000" y="6588000"/>
            <a:ext cx="720000" cy="360000"/>
          </a:xfrm>
          <a:prstGeom prst="rect">
            <a:avLst/>
          </a:prstGeom>
          <a:noFill/>
        </p:spPr>
        <p:txBody>
          <a:bodyPr wrap="none">
            <a:spAutoFit/>
          </a:bodyPr>
          <a:lstStyle/>
          <a:p>
            <a:pPr>
              <a:defRPr sz="1100"/>
            </a:pPr>
            <a:r>
              <a:t>16</a:t>
            </a:r>
          </a:p>
        </p:txBody>
      </p:sp>
      <p:sp>
        <p:nvSpPr>
          <p:cNvPr id="214" name="TextBox 213"/>
          <p:cNvSpPr txBox="1"/>
          <p:nvPr/>
        </p:nvSpPr>
        <p:spPr>
          <a:xfrm>
            <a:off x="540000" y="180000"/>
            <a:ext cx="7920000" cy="720000"/>
          </a:xfrm>
          <a:prstGeom prst="rect">
            <a:avLst/>
          </a:prstGeom>
          <a:noFill/>
        </p:spPr>
        <p:txBody>
          <a:bodyPr wrap="square">
            <a:spAutoFit/>
          </a:bodyPr>
          <a:lstStyle/>
          <a:p>
            <a:pPr>
              <a:defRPr sz="2800" b="1">
                <a:solidFill>
                  <a:srgbClr val="1A3C6E"/>
                </a:solidFill>
              </a:defRPr>
            </a:pPr>
            <a:r>
              <a:t>Project Overview</a:t>
            </a:r>
          </a:p>
        </p:txBody>
      </p:sp>
      <p:sp>
        <p:nvSpPr>
          <p:cNvPr id="215" name="TextBox 214"/>
          <p:cNvSpPr txBox="1"/>
          <p:nvPr/>
        </p:nvSpPr>
        <p:spPr>
          <a:xfrm>
            <a:off x="540000" y="1080000"/>
            <a:ext cx="7920000" cy="5400000"/>
          </a:xfrm>
          <a:prstGeom prst="rect">
            <a:avLst/>
          </a:prstGeom>
          <a:noFill/>
        </p:spPr>
        <p:txBody>
          <a:bodyPr wrap="square">
            <a:spAutoFit/>
          </a:bodyPr>
          <a:lstStyle/>
          <a:p>
            <a:pPr>
              <a:spcAft>
                <a:spcPts val="600"/>
              </a:spcAft>
              <a:defRPr sz="1300"/>
            </a:pPr>
            <a:r>
              <a:t>● Multimodal image understanding with Gemini 2.5 Flash</a:t>
            </a:r>
          </a:p>
          <a:p>
            <a:pPr>
              <a:spcAft>
                <a:spcPts val="600"/>
              </a:spcAft>
              <a:defRPr sz="1300"/>
            </a:pPr>
            <a:r>
              <a:t>● Combines place-aware visual reasoning with hazard-aware decision support</a:t>
            </a:r>
          </a:p>
          <a:p>
            <a:pPr>
              <a:spcAft>
                <a:spcPts val="600"/>
              </a:spcAft>
              <a:defRPr sz="1300"/>
            </a:pPr>
            <a:r>
              <a:t>● Structured JSON output: summary, risk, confidence, entities, location, rationale</a:t>
            </a:r>
          </a:p>
          <a:p>
            <a:pPr>
              <a:spcAft>
                <a:spcPts val="600"/>
              </a:spcAft>
              <a:defRPr sz="1300"/>
            </a:pPr>
            <a:r>
              <a:t>● Deterministic risk-to-action mapping with human-confirmed reporting</a:t>
            </a:r>
          </a:p>
          <a:p>
            <a:pPr>
              <a:spcAft>
                <a:spcPts val="600"/>
              </a:spcAft>
              <a:defRPr sz="1300"/>
            </a:pPr>
            <a:r>
              <a:t>● Complete audit trail: sessions, messages, outputs, actions, incidents in SQLite</a:t>
            </a:r>
          </a:p>
          <a:p>
            <a:pPr>
              <a:spcAft>
                <a:spcPts val="600"/>
              </a:spcAft>
              <a:defRPr sz="1300"/>
            </a:pPr>
            <a:r>
              <a:t>● Tech Stack: Python/Flask, React/TypeScript, SQLite, Gemini Vision API</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pic>
        <p:nvPicPr>
          <p:cNvPr id="222" name="Google Shape;222;p30" descr="C:\Users\DELL\Desktop\pccoer.jpg"/>
          <p:cNvPicPr preferRelativeResize="0"/>
          <p:nvPr/>
        </p:nvPicPr>
        <p:blipFill rotWithShape="1">
          <a:blip r:embed="rId3">
            <a:alphaModFix/>
          </a:blip>
          <a:srcRect/>
          <a:stretch/>
        </p:blipFill>
        <p:spPr>
          <a:xfrm>
            <a:off x="3657600" y="0"/>
            <a:ext cx="1371600" cy="910828"/>
          </a:xfrm>
          <a:prstGeom prst="rect">
            <a:avLst/>
          </a:prstGeom>
          <a:noFill/>
          <a:ln>
            <a:noFill/>
          </a:ln>
        </p:spPr>
      </p:pic>
      <p:nvGrpSpPr>
        <p:cNvPr id="1" name="Shape 218"/>
        <p:cNvGrpSpPr/>
        <p:nvPr/>
      </p:nvGrpSpPr>
      <p:grpSpPr>
        <a:xfrm>
          <a:off x="0" y="0"/>
          <a:ext cx="0" cy="0"/>
          <a:chOff x="0" y="0"/>
          <a:chExt cx="0" cy="0"/>
        </a:xfrm>
      </p:grpSpPr>
      <p:sp>
        <p:nvSpPr>
          <p:cNvPr id="223" name="TextBox 222"/>
          <p:cNvSpPr txBox="1"/>
          <p:nvPr/>
        </p:nvSpPr>
        <p:spPr>
          <a:xfrm>
            <a:off x="6300000" y="6588000"/>
            <a:ext cx="720000" cy="360000"/>
          </a:xfrm>
          <a:prstGeom prst="rect">
            <a:avLst/>
          </a:prstGeom>
          <a:noFill/>
        </p:spPr>
        <p:txBody>
          <a:bodyPr wrap="none">
            <a:spAutoFit/>
          </a:bodyPr>
          <a:lstStyle/>
          <a:p>
            <a:pPr>
              <a:defRPr sz="1100"/>
            </a:pPr>
            <a:r>
              <a:t>17</a:t>
            </a:r>
          </a:p>
        </p:txBody>
      </p:sp>
      <p:sp>
        <p:nvSpPr>
          <p:cNvPr id="224" name="TextBox 223"/>
          <p:cNvSpPr txBox="1"/>
          <p:nvPr/>
        </p:nvSpPr>
        <p:spPr>
          <a:xfrm>
            <a:off x="540000" y="180000"/>
            <a:ext cx="7920000" cy="720000"/>
          </a:xfrm>
          <a:prstGeom prst="rect">
            <a:avLst/>
          </a:prstGeom>
          <a:noFill/>
        </p:spPr>
        <p:txBody>
          <a:bodyPr wrap="square">
            <a:spAutoFit/>
          </a:bodyPr>
          <a:lstStyle/>
          <a:p>
            <a:pPr>
              <a:defRPr sz="2800" b="1">
                <a:solidFill>
                  <a:srgbClr val="1A3C6E"/>
                </a:solidFill>
              </a:defRPr>
            </a:pPr>
            <a:r>
              <a:t>Multimodal Inference Pipeline</a:t>
            </a:r>
          </a:p>
        </p:txBody>
      </p:sp>
      <p:sp>
        <p:nvSpPr>
          <p:cNvPr id="225" name="TextBox 224"/>
          <p:cNvSpPr txBox="1"/>
          <p:nvPr/>
        </p:nvSpPr>
        <p:spPr>
          <a:xfrm>
            <a:off x="540000" y="1080000"/>
            <a:ext cx="7920000" cy="5400000"/>
          </a:xfrm>
          <a:prstGeom prst="rect">
            <a:avLst/>
          </a:prstGeom>
          <a:noFill/>
        </p:spPr>
        <p:txBody>
          <a:bodyPr wrap="square">
            <a:spAutoFit/>
          </a:bodyPr>
          <a:lstStyle/>
          <a:p>
            <a:pPr>
              <a:spcAft>
                <a:spcPts val="600"/>
              </a:spcAft>
              <a:defRPr sz="1300"/>
            </a:pPr>
            <a:r>
              <a:t>● Image uploaded → validated for format, size, and hash generation</a:t>
            </a:r>
          </a:p>
          <a:p>
            <a:pPr>
              <a:spcAft>
                <a:spcPts val="600"/>
              </a:spcAft>
              <a:defRPr sz="1300"/>
            </a:pPr>
            <a:r>
              <a:t>● Image sent to Gemini 2.5 Flash with structured prompt requesting JSON</a:t>
            </a:r>
          </a:p>
          <a:p>
            <a:pPr>
              <a:spcAft>
                <a:spcPts val="600"/>
              </a:spcAft>
              <a:defRPr sz="1300"/>
            </a:pPr>
            <a:r>
              <a:t>● Model performs scene understanding, landmark recognition, hazard detection</a:t>
            </a:r>
          </a:p>
          <a:p>
            <a:pPr>
              <a:spcAft>
                <a:spcPts val="600"/>
              </a:spcAft>
              <a:defRPr sz="1300"/>
            </a:pPr>
            <a:r>
              <a:t>● Strict JSON output extracted: description, location, entities, risk, confidence</a:t>
            </a:r>
          </a:p>
          <a:p>
            <a:pPr>
              <a:spcAft>
                <a:spcPts val="600"/>
              </a:spcAft>
              <a:defRPr sz="1300"/>
            </a:pPr>
            <a:r>
              <a:t>● Invalid JSON auto-repaired once; safe fallback if repair fails</a:t>
            </a:r>
          </a:p>
          <a:p>
            <a:pPr>
              <a:spcAft>
                <a:spcPts val="600"/>
              </a:spcAft>
              <a:defRPr sz="1300"/>
            </a:pPr>
            <a:r>
              <a:t>● Normalized fields: summary, risk, confidence, entities, place estimate, rationale</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pic>
        <p:nvPicPr>
          <p:cNvPr id="230" name="Google Shape;230;p31" descr="C:\Users\DELL\Desktop\pccoer.jpg"/>
          <p:cNvPicPr preferRelativeResize="0"/>
          <p:nvPr/>
        </p:nvPicPr>
        <p:blipFill rotWithShape="1">
          <a:blip r:embed="rId3">
            <a:alphaModFix/>
          </a:blip>
          <a:srcRect/>
          <a:stretch/>
        </p:blipFill>
        <p:spPr>
          <a:xfrm>
            <a:off x="3716325" y="5145"/>
            <a:ext cx="1323850" cy="878555"/>
          </a:xfrm>
          <a:prstGeom prst="rect">
            <a:avLst/>
          </a:prstGeom>
          <a:noFill/>
          <a:ln>
            <a:noFill/>
          </a:ln>
        </p:spPr>
      </p:pic>
      <p:nvGrpSpPr>
        <p:cNvPr id="1" name="Shape 227"/>
        <p:cNvGrpSpPr/>
        <p:nvPr/>
      </p:nvGrpSpPr>
      <p:grpSpPr>
        <a:xfrm>
          <a:off x="0" y="0"/>
          <a:ext cx="0" cy="0"/>
          <a:chOff x="0" y="0"/>
          <a:chExt cx="0" cy="0"/>
        </a:xfrm>
      </p:grpSpPr>
      <p:sp>
        <p:nvSpPr>
          <p:cNvPr id="231" name="TextBox 230"/>
          <p:cNvSpPr txBox="1"/>
          <p:nvPr/>
        </p:nvSpPr>
        <p:spPr>
          <a:xfrm>
            <a:off x="6300000" y="6588000"/>
            <a:ext cx="720000" cy="360000"/>
          </a:xfrm>
          <a:prstGeom prst="rect">
            <a:avLst/>
          </a:prstGeom>
          <a:noFill/>
        </p:spPr>
        <p:txBody>
          <a:bodyPr wrap="none">
            <a:spAutoFit/>
          </a:bodyPr>
          <a:lstStyle/>
          <a:p>
            <a:pPr>
              <a:defRPr sz="1100"/>
            </a:pPr>
            <a:r>
              <a:t>18</a:t>
            </a:r>
          </a:p>
        </p:txBody>
      </p:sp>
      <p:sp>
        <p:nvSpPr>
          <p:cNvPr id="232" name="TextBox 231"/>
          <p:cNvSpPr txBox="1"/>
          <p:nvPr/>
        </p:nvSpPr>
        <p:spPr>
          <a:xfrm>
            <a:off x="540000" y="180000"/>
            <a:ext cx="7920000" cy="720000"/>
          </a:xfrm>
          <a:prstGeom prst="rect">
            <a:avLst/>
          </a:prstGeom>
          <a:noFill/>
        </p:spPr>
        <p:txBody>
          <a:bodyPr wrap="square">
            <a:spAutoFit/>
          </a:bodyPr>
          <a:lstStyle/>
          <a:p>
            <a:pPr>
              <a:defRPr sz="2800" b="1">
                <a:solidFill>
                  <a:srgbClr val="1A3C6E"/>
                </a:solidFill>
              </a:defRPr>
            </a:pPr>
            <a:r>
              <a:t>Implementation Overview</a:t>
            </a:r>
          </a:p>
        </p:txBody>
      </p:sp>
      <p:sp>
        <p:nvSpPr>
          <p:cNvPr id="233" name="TextBox 232"/>
          <p:cNvSpPr txBox="1"/>
          <p:nvPr/>
        </p:nvSpPr>
        <p:spPr>
          <a:xfrm>
            <a:off x="540000" y="1080000"/>
            <a:ext cx="7920000" cy="5400000"/>
          </a:xfrm>
          <a:prstGeom prst="rect">
            <a:avLst/>
          </a:prstGeom>
          <a:noFill/>
        </p:spPr>
        <p:txBody>
          <a:bodyPr wrap="square">
            <a:spAutoFit/>
          </a:bodyPr>
          <a:lstStyle/>
          <a:p>
            <a:pPr>
              <a:spcAft>
                <a:spcPts val="600"/>
              </a:spcAft>
              <a:defRPr sz="1300"/>
            </a:pPr>
            <a:r>
              <a:t>● Backend: Flask REST API with endpoints for analyze, learn-more, report, health</a:t>
            </a:r>
          </a:p>
          <a:p>
            <a:pPr>
              <a:spcAft>
                <a:spcPts val="600"/>
              </a:spcAft>
              <a:defRPr sz="1300"/>
            </a:pPr>
            <a:r>
              <a:t>● Frontend: React + Vite + TypeScript with Tailwind CSS styling</a:t>
            </a:r>
          </a:p>
          <a:p>
            <a:pPr>
              <a:spcAft>
                <a:spcPts val="600"/>
              </a:spcAft>
              <a:defRPr sz="1300"/>
            </a:pPr>
            <a:r>
              <a:t>● Gemini Integration: google-generativeai SDK, structured output with controlled temperature</a:t>
            </a:r>
          </a:p>
          <a:p>
            <a:pPr>
              <a:spcAft>
                <a:spcPts val="600"/>
              </a:spcAft>
              <a:defRPr sz="1300"/>
            </a:pPr>
            <a:r>
              <a:t>● Persistence: SQLite with five tables — sessions, messages, model_outputs, actions, incidents</a:t>
            </a:r>
          </a:p>
          <a:p>
            <a:pPr>
              <a:spcAft>
                <a:spcPts val="600"/>
              </a:spcAft>
              <a:defRPr sz="1300"/>
            </a:pPr>
            <a:r>
              <a:t>● Risk Policy: Keyword detection, confidence normalization, deterministic action mapping</a:t>
            </a:r>
          </a:p>
          <a:p>
            <a:pPr>
              <a:spcAft>
                <a:spcPts val="600"/>
              </a:spcAft>
              <a:defRPr sz="1300"/>
            </a:pPr>
            <a:r>
              <a:t>● Notification: WhatsApp via Twilio API, environment-gated, requires user confirmation</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pic>
        <p:nvPicPr>
          <p:cNvPr id="238" name="Google Shape;238;p32" descr="C:\Users\DELL\Desktop\pccoer.jpg"/>
          <p:cNvPicPr preferRelativeResize="0"/>
          <p:nvPr/>
        </p:nvPicPr>
        <p:blipFill rotWithShape="1">
          <a:blip r:embed="rId3">
            <a:alphaModFix/>
          </a:blip>
          <a:srcRect/>
          <a:stretch/>
        </p:blipFill>
        <p:spPr>
          <a:xfrm>
            <a:off x="3657600" y="0"/>
            <a:ext cx="1371600" cy="910828"/>
          </a:xfrm>
          <a:prstGeom prst="rect">
            <a:avLst/>
          </a:prstGeom>
          <a:noFill/>
          <a:ln>
            <a:noFill/>
          </a:ln>
        </p:spPr>
      </p:pic>
      <p:nvGrpSpPr>
        <p:cNvPr id="1" name="Shape 235"/>
        <p:cNvGrpSpPr/>
        <p:nvPr/>
      </p:nvGrpSpPr>
      <p:grpSpPr>
        <a:xfrm>
          <a:off x="0" y="0"/>
          <a:ext cx="0" cy="0"/>
          <a:chOff x="0" y="0"/>
          <a:chExt cx="0" cy="0"/>
        </a:xfrm>
      </p:grpSpPr>
      <p:sp>
        <p:nvSpPr>
          <p:cNvPr id="239" name="TextBox 238"/>
          <p:cNvSpPr txBox="1"/>
          <p:nvPr/>
        </p:nvSpPr>
        <p:spPr>
          <a:xfrm>
            <a:off x="6300000" y="6588000"/>
            <a:ext cx="720000" cy="360000"/>
          </a:xfrm>
          <a:prstGeom prst="rect">
            <a:avLst/>
          </a:prstGeom>
          <a:noFill/>
        </p:spPr>
        <p:txBody>
          <a:bodyPr wrap="none">
            <a:spAutoFit/>
          </a:bodyPr>
          <a:lstStyle/>
          <a:p>
            <a:pPr>
              <a:defRPr sz="1100"/>
            </a:pPr>
            <a:r>
              <a:t>19</a:t>
            </a:r>
          </a:p>
        </p:txBody>
      </p:sp>
      <p:sp>
        <p:nvSpPr>
          <p:cNvPr id="240" name="TextBox 239"/>
          <p:cNvSpPr txBox="1"/>
          <p:nvPr/>
        </p:nvSpPr>
        <p:spPr>
          <a:xfrm>
            <a:off x="540000" y="180000"/>
            <a:ext cx="7920000" cy="720000"/>
          </a:xfrm>
          <a:prstGeom prst="rect">
            <a:avLst/>
          </a:prstGeom>
          <a:noFill/>
        </p:spPr>
        <p:txBody>
          <a:bodyPr wrap="square">
            <a:spAutoFit/>
          </a:bodyPr>
          <a:lstStyle/>
          <a:p>
            <a:pPr>
              <a:defRPr sz="2800" b="1">
                <a:solidFill>
                  <a:srgbClr val="1A3C6E"/>
                </a:solidFill>
              </a:defRPr>
            </a:pPr>
            <a:r>
              <a:t>Risk-to-Action Mapping</a:t>
            </a:r>
          </a:p>
        </p:txBody>
      </p:sp>
      <p:sp>
        <p:nvSpPr>
          <p:cNvPr id="241" name="TextBox 240"/>
          <p:cNvSpPr txBox="1"/>
          <p:nvPr/>
        </p:nvSpPr>
        <p:spPr>
          <a:xfrm>
            <a:off x="540000" y="1080000"/>
            <a:ext cx="7920000" cy="5400000"/>
          </a:xfrm>
          <a:prstGeom prst="rect">
            <a:avLst/>
          </a:prstGeom>
          <a:noFill/>
        </p:spPr>
        <p:txBody>
          <a:bodyPr wrap="square">
            <a:spAutoFit/>
          </a:bodyPr>
          <a:lstStyle/>
          <a:p>
            <a:pPr>
              <a:spcAft>
                <a:spcPts val="600"/>
              </a:spcAft>
              <a:defRPr sz="1300"/>
            </a:pPr>
            <a:r>
              <a:t>Model outputs determine user-facing actions through deterministic policy:</a:t>
            </a:r>
          </a:p>
          <a:p>
            <a:pPr>
              <a:spcAft>
                <a:spcPts val="600"/>
              </a:spcAft>
              <a:defRPr sz="1300"/>
            </a:pPr>
          </a:p>
          <a:p>
            <a:pPr>
              <a:spcAft>
                <a:spcPts val="600"/>
              </a:spcAft>
              <a:defRPr sz="1300"/>
            </a:pPr>
            <a:r>
              <a:t>┌─────────────────┬──────────────────────────────┐</a:t>
            </a:r>
          </a:p>
          <a:p>
            <a:pPr>
              <a:spcAft>
                <a:spcPts val="600"/>
              </a:spcAft>
              <a:defRPr sz="1300"/>
            </a:pPr>
            <a:r>
              <a:t>│ Risk/Confidence │        Action Set            │</a:t>
            </a:r>
          </a:p>
          <a:p>
            <a:pPr>
              <a:spcAft>
                <a:spcPts val="600"/>
              </a:spcAft>
              <a:defRPr sz="1300"/>
            </a:pPr>
            <a:r>
              <a:t>├─────────────────┼──────────────────────────────┤</a:t>
            </a:r>
          </a:p>
          <a:p>
            <a:pPr>
              <a:spcAft>
                <a:spcPts val="600"/>
              </a:spcAft>
              <a:defRPr sz="1300"/>
            </a:pPr>
            <a:r>
              <a:t>│ Low confidence  │ Ask for additional context   │</a:t>
            </a:r>
          </a:p>
          <a:p>
            <a:pPr>
              <a:spcAft>
                <a:spcPts val="600"/>
              </a:spcAft>
              <a:defRPr sz="1300"/>
            </a:pPr>
            <a:r>
              <a:t>│ (&lt; 0.45)        │ + explain rationale          │</a:t>
            </a:r>
          </a:p>
          <a:p>
            <a:pPr>
              <a:spcAft>
                <a:spcPts val="600"/>
              </a:spcAft>
              <a:defRPr sz="1300"/>
            </a:pPr>
            <a:r>
              <a:t>├─────────────────┼──────────────────────────────┤</a:t>
            </a:r>
          </a:p>
          <a:p>
            <a:pPr>
              <a:spcAft>
                <a:spcPts val="600"/>
              </a:spcAft>
              <a:defRPr sz="1300"/>
            </a:pPr>
            <a:r>
              <a:t>│ Uncertain       │ Ask for additional context   │</a:t>
            </a:r>
          </a:p>
          <a:p>
            <a:pPr>
              <a:spcAft>
                <a:spcPts val="600"/>
              </a:spcAft>
              <a:defRPr sz="1300"/>
            </a:pPr>
            <a:r>
              <a:t>│                 │ + explain rationale          │</a:t>
            </a:r>
          </a:p>
          <a:p>
            <a:pPr>
              <a:spcAft>
                <a:spcPts val="600"/>
              </a:spcAft>
              <a:defRPr sz="1300"/>
            </a:pPr>
            <a:r>
              <a:t>├─────────────────┼──────────────────────────────┤</a:t>
            </a:r>
          </a:p>
          <a:p>
            <a:pPr>
              <a:spcAft>
                <a:spcPts val="600"/>
              </a:spcAft>
              <a:defRPr sz="1300"/>
            </a:pPr>
            <a:r>
              <a:t>│ High risk       │ Report Incident (confirmed)  │</a:t>
            </a:r>
          </a:p>
          <a:p>
            <a:pPr>
              <a:spcAft>
                <a:spcPts val="600"/>
              </a:spcAft>
              <a:defRPr sz="1300"/>
            </a:pPr>
            <a:r>
              <a:t>│                 │ + Safety Tips + Why          │</a:t>
            </a:r>
          </a:p>
          <a:p>
            <a:pPr>
              <a:spcAft>
                <a:spcPts val="600"/>
              </a:spcAft>
              <a:defRPr sz="1300"/>
            </a:pPr>
            <a:r>
              <a:t>├─────────────────┼──────────────────────────────┤</a:t>
            </a:r>
          </a:p>
          <a:p>
            <a:pPr>
              <a:spcAft>
                <a:spcPts val="600"/>
              </a:spcAft>
              <a:defRPr sz="1300"/>
            </a:pPr>
            <a:r>
              <a:t>│ Low risk        │ Learn More + Open Map + Why │</a:t>
            </a:r>
          </a:p>
          <a:p>
            <a:pPr>
              <a:spcAft>
                <a:spcPts val="600"/>
              </a:spcAft>
              <a:defRPr sz="1300"/>
            </a:pPr>
            <a:r>
              <a:t>└─────────────────┴──────────────────────────────┘</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pic>
        <p:nvPicPr>
          <p:cNvPr id="246" name="Google Shape;246;p33" descr="C:\Users\DELL\Desktop\pccoer.jpg"/>
          <p:cNvPicPr preferRelativeResize="0"/>
          <p:nvPr/>
        </p:nvPicPr>
        <p:blipFill rotWithShape="1">
          <a:blip r:embed="rId3">
            <a:alphaModFix/>
          </a:blip>
          <a:srcRect/>
          <a:stretch/>
        </p:blipFill>
        <p:spPr>
          <a:xfrm>
            <a:off x="3657600" y="0"/>
            <a:ext cx="1371600" cy="910828"/>
          </a:xfrm>
          <a:prstGeom prst="rect">
            <a:avLst/>
          </a:prstGeom>
          <a:noFill/>
          <a:ln>
            <a:noFill/>
          </a:ln>
        </p:spPr>
      </p:pic>
      <p:nvGrpSpPr>
        <p:cNvPr id="1" name="Shape 243"/>
        <p:cNvGrpSpPr/>
        <p:nvPr/>
      </p:nvGrpSpPr>
      <p:grpSpPr>
        <a:xfrm>
          <a:off x="0" y="0"/>
          <a:ext cx="0" cy="0"/>
          <a:chOff x="0" y="0"/>
          <a:chExt cx="0" cy="0"/>
        </a:xfrm>
      </p:grpSpPr>
      <p:sp>
        <p:nvSpPr>
          <p:cNvPr id="247" name="TextBox 246"/>
          <p:cNvSpPr txBox="1"/>
          <p:nvPr/>
        </p:nvSpPr>
        <p:spPr>
          <a:xfrm>
            <a:off x="6300000" y="6588000"/>
            <a:ext cx="720000" cy="360000"/>
          </a:xfrm>
          <a:prstGeom prst="rect">
            <a:avLst/>
          </a:prstGeom>
          <a:noFill/>
        </p:spPr>
        <p:txBody>
          <a:bodyPr wrap="none">
            <a:spAutoFit/>
          </a:bodyPr>
          <a:lstStyle/>
          <a:p>
            <a:pPr>
              <a:defRPr sz="1100"/>
            </a:pPr>
            <a:r>
              <a:t>20</a:t>
            </a:r>
          </a:p>
        </p:txBody>
      </p:sp>
      <p:sp>
        <p:nvSpPr>
          <p:cNvPr id="248" name="TextBox 247"/>
          <p:cNvSpPr txBox="1"/>
          <p:nvPr/>
        </p:nvSpPr>
        <p:spPr>
          <a:xfrm>
            <a:off x="540000" y="180000"/>
            <a:ext cx="7920000" cy="720000"/>
          </a:xfrm>
          <a:prstGeom prst="rect">
            <a:avLst/>
          </a:prstGeom>
          <a:noFill/>
        </p:spPr>
        <p:txBody>
          <a:bodyPr wrap="square">
            <a:spAutoFit/>
          </a:bodyPr>
          <a:lstStyle/>
          <a:p>
            <a:pPr>
              <a:defRPr sz="2800" b="1">
                <a:solidFill>
                  <a:srgbClr val="1A3C6E"/>
                </a:solidFill>
              </a:defRPr>
            </a:pPr>
            <a:r>
              <a:t>Evaluation Results</a:t>
            </a:r>
          </a:p>
        </p:txBody>
      </p:sp>
      <p:sp>
        <p:nvSpPr>
          <p:cNvPr id="249" name="TextBox 248"/>
          <p:cNvSpPr txBox="1"/>
          <p:nvPr/>
        </p:nvSpPr>
        <p:spPr>
          <a:xfrm>
            <a:off x="540000" y="1080000"/>
            <a:ext cx="7920000" cy="5400000"/>
          </a:xfrm>
          <a:prstGeom prst="rect">
            <a:avLst/>
          </a:prstGeom>
          <a:noFill/>
        </p:spPr>
        <p:txBody>
          <a:bodyPr wrap="square">
            <a:spAutoFit/>
          </a:bodyPr>
          <a:lstStyle/>
          <a:p>
            <a:pPr>
              <a:spcAft>
                <a:spcPts val="600"/>
              </a:spcAft>
              <a:defRPr sz="1300"/>
            </a:pPr>
            <a:r>
              <a:t>● 22 runs analyzed across 14 user sessions</a:t>
            </a:r>
          </a:p>
          <a:p>
            <a:pPr>
              <a:spcAft>
                <a:spcPts val="600"/>
              </a:spcAft>
              <a:defRPr sz="1300"/>
            </a:pPr>
            <a:r>
              <a:t>● 8 low-risk, 8 high-risk, 6 uncertain outputs</a:t>
            </a:r>
          </a:p>
          <a:p>
            <a:pPr>
              <a:spcAft>
                <a:spcPts val="600"/>
              </a:spcAft>
              <a:defRPr sz="1300"/>
            </a:pPr>
            <a:r>
              <a:t>● Average confidence: 0.623 (range: 0.00–0.95)</a:t>
            </a:r>
          </a:p>
          <a:p>
            <a:pPr>
              <a:spcAft>
                <a:spcPts val="600"/>
              </a:spcAft>
              <a:defRPr sz="1300"/>
            </a:pPr>
            <a:r>
              <a:t>● Confidence band distribution:</a:t>
            </a:r>
          </a:p>
          <a:p>
            <a:pPr>
              <a:spcAft>
                <a:spcPts val="600"/>
              </a:spcAft>
              <a:defRPr sz="1300"/>
            </a:pPr>
            <a:r>
              <a:t>    Low (&lt;0.30):   6 runs (27.3%)</a:t>
            </a:r>
          </a:p>
          <a:p>
            <a:pPr>
              <a:spcAft>
                <a:spcPts val="600"/>
              </a:spcAft>
              <a:defRPr sz="1300"/>
            </a:pPr>
            <a:r>
              <a:t>    Mid (0.30–0.79): 5 runs (22.7%)</a:t>
            </a:r>
          </a:p>
          <a:p>
            <a:pPr>
              <a:spcAft>
                <a:spcPts val="600"/>
              </a:spcAft>
              <a:defRPr sz="1300"/>
            </a:pPr>
            <a:r>
              <a:t>    High (≥0.80):  11 runs (50.0%)</a:t>
            </a:r>
          </a:p>
          <a:p>
            <a:pPr>
              <a:spcAft>
                <a:spcPts val="600"/>
              </a:spcAft>
              <a:defRPr sz="1300"/>
            </a:pPr>
            <a:r>
              <a:t>● 10 user-confirmed incidents, 3 successful notification sends</a:t>
            </a:r>
          </a:p>
          <a:p>
            <a:pPr>
              <a:spcAft>
                <a:spcPts val="600"/>
              </a:spcAft>
              <a:defRPr sz="1300"/>
            </a:pPr>
            <a:r>
              <a:t>● Case-study accuracy: 2/2 (100%) on Shaniwar Wada samples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pic>
        <p:nvPicPr>
          <p:cNvPr id="255" name="Google Shape;255;p34" descr="C:\Users\DELL\Desktop\pccoer.jpg"/>
          <p:cNvPicPr preferRelativeResize="0"/>
          <p:nvPr/>
        </p:nvPicPr>
        <p:blipFill rotWithShape="1">
          <a:blip r:embed="rId3">
            <a:alphaModFix/>
          </a:blip>
          <a:srcRect/>
          <a:stretch/>
        </p:blipFill>
        <p:spPr>
          <a:xfrm>
            <a:off x="3657600" y="0"/>
            <a:ext cx="1371600" cy="910828"/>
          </a:xfrm>
          <a:prstGeom prst="rect">
            <a:avLst/>
          </a:prstGeom>
          <a:noFill/>
          <a:ln>
            <a:noFill/>
          </a:ln>
        </p:spPr>
      </p:pic>
      <p:nvGrpSpPr>
        <p:cNvPr id="1" name="Shape 251"/>
        <p:cNvGrpSpPr/>
        <p:nvPr/>
      </p:nvGrpSpPr>
      <p:grpSpPr>
        <a:xfrm>
          <a:off x="0" y="0"/>
          <a:ext cx="0" cy="0"/>
          <a:chOff x="0" y="0"/>
          <a:chExt cx="0" cy="0"/>
        </a:xfrm>
      </p:grpSpPr>
      <p:sp>
        <p:nvSpPr>
          <p:cNvPr id="256" name="TextBox 255"/>
          <p:cNvSpPr txBox="1"/>
          <p:nvPr/>
        </p:nvSpPr>
        <p:spPr>
          <a:xfrm>
            <a:off x="6300000" y="6588000"/>
            <a:ext cx="720000" cy="360000"/>
          </a:xfrm>
          <a:prstGeom prst="rect">
            <a:avLst/>
          </a:prstGeom>
          <a:noFill/>
        </p:spPr>
        <p:txBody>
          <a:bodyPr wrap="none">
            <a:spAutoFit/>
          </a:bodyPr>
          <a:lstStyle/>
          <a:p>
            <a:pPr>
              <a:defRPr sz="1100"/>
            </a:pPr>
            <a:r>
              <a:t>21</a:t>
            </a:r>
          </a:p>
        </p:txBody>
      </p:sp>
      <p:sp>
        <p:nvSpPr>
          <p:cNvPr id="257" name="TextBox 256"/>
          <p:cNvSpPr txBox="1"/>
          <p:nvPr/>
        </p:nvSpPr>
        <p:spPr>
          <a:xfrm>
            <a:off x="540000" y="180000"/>
            <a:ext cx="7920000" cy="720000"/>
          </a:xfrm>
          <a:prstGeom prst="rect">
            <a:avLst/>
          </a:prstGeom>
          <a:noFill/>
        </p:spPr>
        <p:txBody>
          <a:bodyPr wrap="square">
            <a:spAutoFit/>
          </a:bodyPr>
          <a:lstStyle/>
          <a:p>
            <a:pPr>
              <a:defRPr sz="2800" b="1">
                <a:solidFill>
                  <a:srgbClr val="1A3C6E"/>
                </a:solidFill>
              </a:defRPr>
            </a:pPr>
            <a:r>
              <a:t>System Features</a:t>
            </a:r>
          </a:p>
        </p:txBody>
      </p:sp>
      <p:sp>
        <p:nvSpPr>
          <p:cNvPr id="258" name="TextBox 257"/>
          <p:cNvSpPr txBox="1"/>
          <p:nvPr/>
        </p:nvSpPr>
        <p:spPr>
          <a:xfrm>
            <a:off x="540000" y="1080000"/>
            <a:ext cx="7920000" cy="5400000"/>
          </a:xfrm>
          <a:prstGeom prst="rect">
            <a:avLst/>
          </a:prstGeom>
          <a:noFill/>
        </p:spPr>
        <p:txBody>
          <a:bodyPr wrap="square">
            <a:spAutoFit/>
          </a:bodyPr>
          <a:lstStyle/>
          <a:p>
            <a:pPr>
              <a:spcAft>
                <a:spcPts val="600"/>
              </a:spcAft>
              <a:defRPr sz="1300"/>
            </a:pPr>
            <a:r>
              <a:t>● Multimodal understanding with structured JSON output</a:t>
            </a:r>
          </a:p>
          <a:p>
            <a:pPr>
              <a:spcAft>
                <a:spcPts val="600"/>
              </a:spcAft>
              <a:defRPr sz="1300"/>
            </a:pPr>
            <a:r>
              <a:t>● Risk-aware actions based on confidence and hazard detection</a:t>
            </a:r>
          </a:p>
          <a:p>
            <a:pPr>
              <a:spcAft>
                <a:spcPts val="600"/>
              </a:spcAft>
              <a:defRPr sz="1300"/>
            </a:pPr>
            <a:r>
              <a:t>● Human-in-the-loop safety: report requires explicit user confirmation</a:t>
            </a:r>
          </a:p>
          <a:p>
            <a:pPr>
              <a:spcAft>
                <a:spcPts val="600"/>
              </a:spcAft>
              <a:defRPr sz="1300"/>
            </a:pPr>
            <a:r>
              <a:t>● Complete audit trail for all model outputs, actions, and incidents</a:t>
            </a:r>
          </a:p>
          <a:p>
            <a:pPr>
              <a:spcAft>
                <a:spcPts val="600"/>
              </a:spcAft>
              <a:defRPr sz="1300"/>
            </a:pPr>
            <a:r>
              <a:t>● Privacy-conscious: image hashes stored instead of raw images</a:t>
            </a:r>
          </a:p>
          <a:p>
            <a:pPr>
              <a:spcAft>
                <a:spcPts val="600"/>
              </a:spcAft>
              <a:defRPr sz="1300"/>
            </a:pPr>
            <a:r>
              <a:t>● Fallback behavior for invalid or low-confidence model outputs</a:t>
            </a:r>
          </a:p>
          <a:p>
            <a:pPr>
              <a:spcAft>
                <a:spcPts val="600"/>
              </a:spcAft>
              <a:defRPr sz="1300"/>
            </a:pPr>
            <a:r>
              <a:t>● Extensible architecture for additional models and notification providers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60"/>
        <p:cNvGrpSpPr/>
        <p:nvPr/>
      </p:nvGrpSpPr>
      <p:grpSpPr>
        <a:xfrm>
          <a:off x="0" y="0"/>
          <a:ext cx="0" cy="0"/>
          <a:chOff x="0" y="0"/>
          <a:chExt cx="0" cy="0"/>
        </a:xfrm>
      </p:grpSpPr>
      <p:sp>
        <p:nvSpPr>
          <p:cNvPr id="2" name="TextBox 1"/>
          <p:cNvSpPr txBox="1"/>
          <p:nvPr/>
        </p:nvSpPr>
        <p:spPr>
          <a:xfrm>
            <a:off x="6300000" y="6588000"/>
            <a:ext cx="720000" cy="360000"/>
          </a:xfrm>
          <a:prstGeom prst="rect">
            <a:avLst/>
          </a:prstGeom>
          <a:noFill/>
        </p:spPr>
        <p:txBody>
          <a:bodyPr wrap="none">
            <a:spAutoFit/>
          </a:bodyPr>
          <a:lstStyle/>
          <a:p>
            <a:pPr>
              <a:defRPr sz="1100"/>
            </a:pPr>
            <a:r>
              <a:t>22</a:t>
            </a:r>
          </a:p>
        </p:txBody>
      </p:sp>
      <p:sp>
        <p:nvSpPr>
          <p:cNvPr id="3" name="TextBox 2"/>
          <p:cNvSpPr txBox="1"/>
          <p:nvPr/>
        </p:nvSpPr>
        <p:spPr>
          <a:xfrm>
            <a:off x="540000" y="180000"/>
            <a:ext cx="7920000" cy="720000"/>
          </a:xfrm>
          <a:prstGeom prst="rect">
            <a:avLst/>
          </a:prstGeom>
          <a:noFill/>
        </p:spPr>
        <p:txBody>
          <a:bodyPr wrap="square">
            <a:spAutoFit/>
          </a:bodyPr>
          <a:lstStyle/>
          <a:p>
            <a:pPr>
              <a:defRPr sz="2800" b="1">
                <a:solidFill>
                  <a:srgbClr val="1A3C6E"/>
                </a:solidFill>
              </a:defRPr>
            </a:pPr>
            <a:r>
              <a:t>Testing Summary</a:t>
            </a:r>
          </a:p>
        </p:txBody>
      </p:sp>
      <p:sp>
        <p:nvSpPr>
          <p:cNvPr id="4" name="TextBox 3"/>
          <p:cNvSpPr txBox="1"/>
          <p:nvPr/>
        </p:nvSpPr>
        <p:spPr>
          <a:xfrm>
            <a:off x="540000" y="1080000"/>
            <a:ext cx="7920000" cy="5400000"/>
          </a:xfrm>
          <a:prstGeom prst="rect">
            <a:avLst/>
          </a:prstGeom>
          <a:noFill/>
        </p:spPr>
        <p:txBody>
          <a:bodyPr wrap="square">
            <a:spAutoFit/>
          </a:bodyPr>
          <a:lstStyle/>
          <a:p>
            <a:pPr>
              <a:spcAft>
                <a:spcPts val="600"/>
              </a:spcAft>
              <a:defRPr sz="1300"/>
            </a:pPr>
            <a:r>
              <a:t>● Functional testing: image upload, analysis, action buttons all verified</a:t>
            </a:r>
          </a:p>
          <a:p>
            <a:pPr>
              <a:spcAft>
                <a:spcPts val="600"/>
              </a:spcAft>
              <a:defRPr sz="1300"/>
            </a:pPr>
            <a:r>
              <a:t>● Integration testing: API → Gemini → DB → Response flow tested end-to-end</a:t>
            </a:r>
          </a:p>
          <a:p>
            <a:pPr>
              <a:spcAft>
                <a:spcPts val="600"/>
              </a:spcAft>
              <a:defRPr sz="1300"/>
            </a:pPr>
            <a:r>
              <a:t>● Shaniwar Wada normal image → low risk → Learn More ✓</a:t>
            </a:r>
          </a:p>
          <a:p>
            <a:pPr>
              <a:spcAft>
                <a:spcPts val="600"/>
              </a:spcAft>
              <a:defRPr sz="1300"/>
            </a:pPr>
            <a:r>
              <a:t>● Shaniwar Wada fire image → high risk → Report Incident ✓</a:t>
            </a:r>
          </a:p>
          <a:p>
            <a:pPr>
              <a:spcAft>
                <a:spcPts val="600"/>
              </a:spcAft>
              <a:defRPr sz="1300"/>
            </a:pPr>
            <a:r>
              <a:t>● Invalid/missing model response → safe fallback deployed ✓</a:t>
            </a:r>
          </a:p>
          <a:p>
            <a:pPr>
              <a:spcAft>
                <a:spcPts val="600"/>
              </a:spcAft>
              <a:defRPr sz="1300"/>
            </a:pPr>
            <a:r>
              <a:t>● Report action requires confirmation before incident creation ✓</a:t>
            </a:r>
          </a:p>
          <a:p>
            <a:pPr>
              <a:spcAft>
                <a:spcPts val="600"/>
              </a:spcAft>
              <a:defRPr sz="1300"/>
            </a:pPr>
            <a:r>
              <a:t>● All model outputs, actions, incidents persisted in SQLite ✓</a:t>
            </a:r>
          </a:p>
          <a:p>
            <a:pPr>
              <a:spcAft>
                <a:spcPts val="600"/>
              </a:spcAft>
              <a:defRPr sz="1300"/>
            </a:pPr>
            <a:r>
              <a:t>● 10 test cases executed, all PASS (0 defects)</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05"/>
        <p:cNvGrpSpPr/>
        <p:nvPr/>
      </p:nvGrpSpPr>
      <p:grpSpPr>
        <a:xfrm>
          <a:off x="0" y="0"/>
          <a:ext cx="0" cy="0"/>
          <a:chOff x="0" y="0"/>
          <a:chExt cx="0" cy="0"/>
        </a:xfrm>
      </p:grpSpPr>
      <p:sp>
        <p:nvSpPr>
          <p:cNvPr id="306" name="Google Shape;306;p36"/>
          <p:cNvSpPr txBox="1"/>
          <p:nvPr/>
        </p:nvSpPr>
        <p:spPr>
          <a:xfrm>
            <a:off x="0" y="771900"/>
            <a:ext cx="9144000" cy="57000"/>
          </a:xfrm>
          <a:prstGeom prst="rect">
            <a:avLst/>
          </a:prstGeom>
          <a:solidFill>
            <a:schemeClr val="accent2">
              <a:alpha val="48240"/>
            </a:schemeClr>
          </a:solidFill>
          <a:ln w="25400" cap="flat" cmpd="sng">
            <a:solidFill>
              <a:srgbClr val="A0D3E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800"/>
              <a:buFont typeface="Arial"/>
              <a:buNone/>
            </a:pPr>
            <a:endParaRPr sz="1800" b="0" i="0" u="none" strike="noStrike" cap="none">
              <a:solidFill>
                <a:schemeClr val="dk1"/>
              </a:solidFill>
              <a:latin typeface="Arial"/>
              <a:ea typeface="Arial"/>
              <a:cs typeface="Arial"/>
              <a:sym typeface="Arial"/>
            </a:endParaRPr>
          </a:p>
        </p:txBody>
      </p:sp>
      <p:sp>
        <p:nvSpPr>
          <p:cNvPr id="307" name="Google Shape;307;p36"/>
          <p:cNvSpPr txBox="1"/>
          <p:nvPr/>
        </p:nvSpPr>
        <p:spPr>
          <a:xfrm>
            <a:off x="6652350" y="4810399"/>
            <a:ext cx="2133600" cy="273900"/>
          </a:xfrm>
          <a:prstGeom prst="rect">
            <a:avLst/>
          </a:prstGeom>
          <a:noFill/>
          <a:ln>
            <a:noFill/>
          </a:ln>
        </p:spPr>
        <p:txBody>
          <a:bodyPr spcFirstLastPara="1" wrap="square" lIns="91425" tIns="45700" rIns="91425" bIns="45700" anchor="ctr" anchorCtr="0">
            <a:noAutofit/>
          </a:bodyPr>
          <a:lstStyle/>
          <a:p>
            <a:pPr marL="0" marR="0" lvl="0" indent="0" algn="r" rtl="0">
              <a:lnSpc>
                <a:spcPct val="100000"/>
              </a:lnSpc>
              <a:spcBef>
                <a:spcPts val="0"/>
              </a:spcBef>
              <a:spcAft>
                <a:spcPts val="0"/>
              </a:spcAft>
              <a:buClr>
                <a:srgbClr val="898989"/>
              </a:buClr>
              <a:buSzPts val="1200"/>
              <a:buFont typeface="Calibri"/>
              <a:buNone/>
            </a:pPr>
            <a:fld id="{00000000-1234-1234-1234-123412341234}" type="slidenum">
              <a:rPr lang="en-GB" sz="1200" b="0" i="0" u="none" strike="noStrike" cap="none">
                <a:solidFill>
                  <a:srgbClr val="898989"/>
                </a:solidFill>
                <a:latin typeface="Calibri"/>
                <a:ea typeface="Calibri"/>
                <a:cs typeface="Calibri"/>
                <a:sym typeface="Calibri"/>
              </a:rPr>
              <a:t>23</a:t>
            </a:fld>
            <a:endParaRPr sz="1400" b="0" i="0" u="none" strike="noStrike" cap="none">
              <a:solidFill>
                <a:srgbClr val="000000"/>
              </a:solidFill>
              <a:latin typeface="Arial"/>
              <a:ea typeface="Arial"/>
              <a:cs typeface="Arial"/>
              <a:sym typeface="Arial"/>
            </a:endParaRPr>
          </a:p>
        </p:txBody>
      </p:sp>
      <p:pic>
        <p:nvPicPr>
          <p:cNvPr id="308" name="Google Shape;308;p36" descr="C:\Users\DELL\Desktop\pccoer.jpg"/>
          <p:cNvPicPr preferRelativeResize="0"/>
          <p:nvPr/>
        </p:nvPicPr>
        <p:blipFill rotWithShape="1">
          <a:blip r:embed="rId3">
            <a:alphaModFix/>
          </a:blip>
          <a:srcRect/>
          <a:stretch/>
        </p:blipFill>
        <p:spPr>
          <a:xfrm>
            <a:off x="3657600" y="0"/>
            <a:ext cx="1371600" cy="771900"/>
          </a:xfrm>
          <a:prstGeom prst="rect">
            <a:avLst/>
          </a:prstGeom>
          <a:noFill/>
          <a:ln>
            <a:noFill/>
          </a:ln>
        </p:spPr>
      </p:pic>
      <p:pic>
        <p:nvPicPr>
          <p:cNvPr id="309" name="Google Shape;309;p36"/>
          <p:cNvPicPr preferRelativeResize="0"/>
          <p:nvPr/>
        </p:nvPicPr>
        <p:blipFill>
          <a:blip r:embed="rId4">
            <a:alphaModFix/>
          </a:blip>
          <a:stretch>
            <a:fillRect/>
          </a:stretch>
        </p:blipFill>
        <p:spPr>
          <a:xfrm>
            <a:off x="-114750" y="1006425"/>
            <a:ext cx="6076000" cy="3691025"/>
          </a:xfrm>
          <a:prstGeom prst="rect">
            <a:avLst/>
          </a:prstGeom>
          <a:noFill/>
          <a:ln>
            <a:noFill/>
          </a:ln>
        </p:spPr>
      </p:pic>
      <p:pic>
        <p:nvPicPr>
          <p:cNvPr id="310" name="Google Shape;310;p36"/>
          <p:cNvPicPr preferRelativeResize="0"/>
          <p:nvPr/>
        </p:nvPicPr>
        <p:blipFill>
          <a:blip r:embed="rId5">
            <a:alphaModFix/>
          </a:blip>
          <a:stretch>
            <a:fillRect/>
          </a:stretch>
        </p:blipFill>
        <p:spPr>
          <a:xfrm>
            <a:off x="5530162" y="1898825"/>
            <a:ext cx="3509289" cy="1848450"/>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pic>
        <p:nvPicPr>
          <p:cNvPr id="318" name="Google Shape;318;p37" descr="C:\Users\DELL\Desktop\pccoer.jpg"/>
          <p:cNvPicPr preferRelativeResize="0"/>
          <p:nvPr/>
        </p:nvPicPr>
        <p:blipFill rotWithShape="1">
          <a:blip r:embed="rId3">
            <a:alphaModFix/>
          </a:blip>
          <a:srcRect/>
          <a:stretch/>
        </p:blipFill>
        <p:spPr>
          <a:xfrm>
            <a:off x="3657600" y="0"/>
            <a:ext cx="1371600" cy="771900"/>
          </a:xfrm>
          <a:prstGeom prst="rect">
            <a:avLst/>
          </a:prstGeom>
          <a:noFill/>
          <a:ln>
            <a:noFill/>
          </a:ln>
        </p:spPr>
      </p:pic>
      <p:nvGrpSpPr>
        <p:cNvPr id="1" name="Shape 314"/>
        <p:cNvGrpSpPr/>
        <p:nvPr/>
      </p:nvGrpSpPr>
      <p:grpSpPr>
        <a:xfrm>
          <a:off x="0" y="0"/>
          <a:ext cx="0" cy="0"/>
          <a:chOff x="0" y="0"/>
          <a:chExt cx="0" cy="0"/>
        </a:xfrm>
      </p:grpSpPr>
      <p:sp>
        <p:nvSpPr>
          <p:cNvPr id="319" name="TextBox 318"/>
          <p:cNvSpPr txBox="1"/>
          <p:nvPr/>
        </p:nvSpPr>
        <p:spPr>
          <a:xfrm>
            <a:off x="6300000" y="6588000"/>
            <a:ext cx="720000" cy="360000"/>
          </a:xfrm>
          <a:prstGeom prst="rect">
            <a:avLst/>
          </a:prstGeom>
          <a:noFill/>
        </p:spPr>
        <p:txBody>
          <a:bodyPr wrap="none">
            <a:spAutoFit/>
          </a:bodyPr>
          <a:lstStyle/>
          <a:p>
            <a:pPr>
              <a:defRPr sz="1100"/>
            </a:pPr>
            <a:r>
              <a:t>24</a:t>
            </a:r>
          </a:p>
        </p:txBody>
      </p:sp>
      <p:sp>
        <p:nvSpPr>
          <p:cNvPr id="320" name="TextBox 319"/>
          <p:cNvSpPr txBox="1"/>
          <p:nvPr/>
        </p:nvSpPr>
        <p:spPr>
          <a:xfrm>
            <a:off x="540000" y="180000"/>
            <a:ext cx="7920000" cy="720000"/>
          </a:xfrm>
          <a:prstGeom prst="rect">
            <a:avLst/>
          </a:prstGeom>
          <a:noFill/>
        </p:spPr>
        <p:txBody>
          <a:bodyPr wrap="square">
            <a:spAutoFit/>
          </a:bodyPr>
          <a:lstStyle/>
          <a:p>
            <a:pPr>
              <a:defRPr sz="2800" b="1">
                <a:solidFill>
                  <a:srgbClr val="1A3C6E"/>
                </a:solidFill>
              </a:defRPr>
            </a:pPr>
            <a:r>
              <a:t>Hazard-Action Outcomes</a:t>
            </a:r>
          </a:p>
        </p:txBody>
      </p:sp>
      <p:sp>
        <p:nvSpPr>
          <p:cNvPr id="321" name="TextBox 320"/>
          <p:cNvSpPr txBox="1"/>
          <p:nvPr/>
        </p:nvSpPr>
        <p:spPr>
          <a:xfrm>
            <a:off x="540000" y="1080000"/>
            <a:ext cx="7920000" cy="5400000"/>
          </a:xfrm>
          <a:prstGeom prst="rect">
            <a:avLst/>
          </a:prstGeom>
          <a:noFill/>
        </p:spPr>
        <p:txBody>
          <a:bodyPr wrap="square">
            <a:spAutoFit/>
          </a:bodyPr>
          <a:lstStyle/>
          <a:p>
            <a:pPr>
              <a:spcAft>
                <a:spcPts val="600"/>
              </a:spcAft>
              <a:defRPr sz="1300"/>
            </a:pPr>
            <a:r>
              <a:t>Outcome                              Count</a:t>
            </a:r>
          </a:p>
          <a:p>
            <a:pPr>
              <a:spcAft>
                <a:spcPts val="600"/>
              </a:spcAft>
              <a:defRPr sz="1300"/>
            </a:pPr>
            <a:r>
              <a:t>──────────────────────────────────────────</a:t>
            </a:r>
          </a:p>
          <a:p>
            <a:pPr>
              <a:spcAft>
                <a:spcPts val="600"/>
              </a:spcAft>
              <a:defRPr sz="1300"/>
            </a:pPr>
            <a:r>
              <a:t>User-confirmed incidents               10</a:t>
            </a:r>
          </a:p>
          <a:p>
            <a:pPr>
              <a:spcAft>
                <a:spcPts val="600"/>
              </a:spcAft>
              <a:defRPr sz="1300"/>
            </a:pPr>
            <a:r>
              <a:t>Notification attempts (env-enabled)     3</a:t>
            </a:r>
          </a:p>
          <a:p>
            <a:pPr>
              <a:spcAft>
                <a:spcPts val="600"/>
              </a:spcAft>
              <a:defRPr sz="1300"/>
            </a:pPr>
            <a:r>
              <a:t>Successful notification sends           3</a:t>
            </a:r>
          </a:p>
          <a:p>
            <a:pPr>
              <a:spcAft>
                <a:spcPts val="600"/>
              </a:spcAft>
              <a:defRPr sz="1300"/>
            </a:pPr>
            <a:r>
              <a:t>Local-only incident records             7</a:t>
            </a:r>
          </a:p>
          <a:p>
            <a:pPr>
              <a:spcAft>
                <a:spcPts val="600"/>
              </a:spcAft>
              <a:defRPr sz="1300"/>
            </a:pPr>
            <a:r>
              <a:t>Report actions logged                  10</a:t>
            </a:r>
          </a:p>
          <a:p>
            <a:pPr>
              <a:spcAft>
                <a:spcPts val="600"/>
              </a:spcAft>
              <a:defRPr sz="1300"/>
            </a:pPr>
            <a:r>
              <a:t>Learn-more actions logged              12</a:t>
            </a:r>
          </a:p>
          <a:p>
            <a:pPr>
              <a:spcAft>
                <a:spcPts val="600"/>
              </a:spcAft>
              <a:defRPr sz="1300"/>
            </a:pPr>
            <a:r>
              <a:t>──────────────────────────────────────────</a:t>
            </a:r>
          </a:p>
          <a:p>
            <a:pPr>
              <a:spcAft>
                <a:spcPts val="600"/>
              </a:spcAft>
              <a:defRPr sz="1300"/>
            </a:pPr>
          </a:p>
          <a:p>
            <a:pPr>
              <a:spcAft>
                <a:spcPts val="600"/>
              </a:spcAft>
              <a:defRPr sz="1300"/>
            </a:pPr>
            <a:r>
              <a:t>Incident reporting and external notification are separate stages.</a:t>
            </a:r>
          </a:p>
          <a:p>
            <a:pPr>
              <a:spcAft>
                <a:spcPts val="600"/>
              </a:spcAft>
              <a:defRPr sz="1300"/>
            </a:pPr>
            <a:r>
              <a:t>All 10 incidents were user-confirmed and persisted in SQLite.</a:t>
            </a:r>
          </a:p>
          <a:p>
            <a:pPr>
              <a:spcAft>
                <a:spcPts val="600"/>
              </a:spcAft>
              <a:defRPr sz="1300"/>
            </a:pPr>
            <a:r>
              <a:t>3 had notification enabled → all 3 sent successfully.</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pic>
        <p:nvPicPr>
          <p:cNvPr id="365" name="Google Shape;365;p38" descr="C:\Users\DELL\Desktop\pccoer.jpg"/>
          <p:cNvPicPr preferRelativeResize="0"/>
          <p:nvPr/>
        </p:nvPicPr>
        <p:blipFill rotWithShape="1">
          <a:blip r:embed="rId3">
            <a:alphaModFix/>
          </a:blip>
          <a:srcRect/>
          <a:stretch/>
        </p:blipFill>
        <p:spPr>
          <a:xfrm>
            <a:off x="3657600" y="0"/>
            <a:ext cx="1371600" cy="779750"/>
          </a:xfrm>
          <a:prstGeom prst="rect">
            <a:avLst/>
          </a:prstGeom>
          <a:noFill/>
          <a:ln>
            <a:noFill/>
          </a:ln>
        </p:spPr>
      </p:pic>
      <p:nvGrpSpPr>
        <p:cNvPr id="1" name="Shape 361"/>
        <p:cNvGrpSpPr/>
        <p:nvPr/>
      </p:nvGrpSpPr>
      <p:grpSpPr>
        <a:xfrm>
          <a:off x="0" y="0"/>
          <a:ext cx="0" cy="0"/>
          <a:chOff x="0" y="0"/>
          <a:chExt cx="0" cy="0"/>
        </a:xfrm>
      </p:grpSpPr>
      <p:sp>
        <p:nvSpPr>
          <p:cNvPr id="366" name="TextBox 365"/>
          <p:cNvSpPr txBox="1"/>
          <p:nvPr/>
        </p:nvSpPr>
        <p:spPr>
          <a:xfrm>
            <a:off x="6300000" y="6588000"/>
            <a:ext cx="720000" cy="360000"/>
          </a:xfrm>
          <a:prstGeom prst="rect">
            <a:avLst/>
          </a:prstGeom>
          <a:noFill/>
        </p:spPr>
        <p:txBody>
          <a:bodyPr wrap="none">
            <a:spAutoFit/>
          </a:bodyPr>
          <a:lstStyle/>
          <a:p>
            <a:pPr>
              <a:defRPr sz="1100"/>
            </a:pPr>
            <a:r>
              <a:t>25</a:t>
            </a:r>
          </a:p>
        </p:txBody>
      </p:sp>
      <p:sp>
        <p:nvSpPr>
          <p:cNvPr id="367" name="TextBox 366"/>
          <p:cNvSpPr txBox="1"/>
          <p:nvPr/>
        </p:nvSpPr>
        <p:spPr>
          <a:xfrm>
            <a:off x="540000" y="180000"/>
            <a:ext cx="7920000" cy="720000"/>
          </a:xfrm>
          <a:prstGeom prst="rect">
            <a:avLst/>
          </a:prstGeom>
          <a:noFill/>
        </p:spPr>
        <p:txBody>
          <a:bodyPr wrap="square">
            <a:spAutoFit/>
          </a:bodyPr>
          <a:lstStyle/>
          <a:p>
            <a:pPr>
              <a:defRPr sz="2800" b="1">
                <a:solidFill>
                  <a:srgbClr val="1A3C6E"/>
                </a:solidFill>
              </a:defRPr>
            </a:pPr>
            <a:r>
              <a:t>Confidence Band Distribution</a:t>
            </a:r>
          </a:p>
        </p:txBody>
      </p:sp>
      <p:sp>
        <p:nvSpPr>
          <p:cNvPr id="368" name="TextBox 367"/>
          <p:cNvSpPr txBox="1"/>
          <p:nvPr/>
        </p:nvSpPr>
        <p:spPr>
          <a:xfrm>
            <a:off x="540000" y="1080000"/>
            <a:ext cx="7920000" cy="5400000"/>
          </a:xfrm>
          <a:prstGeom prst="rect">
            <a:avLst/>
          </a:prstGeom>
          <a:noFill/>
        </p:spPr>
        <p:txBody>
          <a:bodyPr wrap="square">
            <a:spAutoFit/>
          </a:bodyPr>
          <a:lstStyle/>
          <a:p>
            <a:pPr>
              <a:spcAft>
                <a:spcPts val="600"/>
              </a:spcAft>
              <a:defRPr sz="1300"/>
            </a:pPr>
            <a:r>
              <a:t>Confidence bands across 22 runs:</a:t>
            </a:r>
          </a:p>
          <a:p>
            <a:pPr>
              <a:spcAft>
                <a:spcPts val="600"/>
              </a:spcAft>
              <a:defRPr sz="1300"/>
            </a:pPr>
          </a:p>
          <a:p>
            <a:pPr>
              <a:spcAft>
                <a:spcPts val="600"/>
              </a:spcAft>
              <a:defRPr sz="1300"/>
            </a:pPr>
            <a:r>
              <a:t>● Low (&lt; 0.30):    6 runs (27.3%)</a:t>
            </a:r>
          </a:p>
          <a:p>
            <a:pPr>
              <a:spcAft>
                <a:spcPts val="600"/>
              </a:spcAft>
              <a:defRPr sz="1300"/>
            </a:pPr>
            <a:r>
              <a:t>  → Uncertain or fallback behavior</a:t>
            </a:r>
          </a:p>
          <a:p>
            <a:pPr>
              <a:spcAft>
                <a:spcPts val="600"/>
              </a:spcAft>
              <a:defRPr sz="1300"/>
            </a:pPr>
          </a:p>
          <a:p>
            <a:pPr>
              <a:spcAft>
                <a:spcPts val="600"/>
              </a:spcAft>
              <a:defRPr sz="1300"/>
            </a:pPr>
            <a:r>
              <a:t>● Mid (0.30–0.79):  5 runs (22.7%)</a:t>
            </a:r>
          </a:p>
          <a:p>
            <a:pPr>
              <a:spcAft>
                <a:spcPts val="600"/>
              </a:spcAft>
              <a:defRPr sz="1300"/>
            </a:pPr>
            <a:r>
              <a:t>  → Moderate confidence with valid risk classification</a:t>
            </a:r>
          </a:p>
          <a:p>
            <a:pPr>
              <a:spcAft>
                <a:spcPts val="600"/>
              </a:spcAft>
              <a:defRPr sz="1300"/>
            </a:pPr>
          </a:p>
          <a:p>
            <a:pPr>
              <a:spcAft>
                <a:spcPts val="600"/>
              </a:spcAft>
              <a:defRPr sz="1300"/>
            </a:pPr>
            <a:r>
              <a:t>● High (≥ 0.80):   11 runs (50.0%)</a:t>
            </a:r>
          </a:p>
          <a:p>
            <a:pPr>
              <a:spcAft>
                <a:spcPts val="600"/>
              </a:spcAft>
              <a:defRPr sz="1300"/>
            </a:pPr>
            <a:r>
              <a:t>  → Clear monument or hazard scenes</a:t>
            </a:r>
          </a:p>
          <a:p>
            <a:pPr>
              <a:spcAft>
                <a:spcPts val="600"/>
              </a:spcAft>
              <a:defRPr sz="1300"/>
            </a:pPr>
            <a:r>
              <a:t>  → Includes Shaniwar Wada case study (0.95 normal, 0.85 hazardous)</a:t>
            </a:r>
          </a:p>
          <a:p>
            <a:pPr>
              <a:spcAft>
                <a:spcPts val="600"/>
              </a:spcAft>
              <a:defRPr sz="1300"/>
            </a:pPr>
          </a:p>
          <a:p>
            <a:pPr>
              <a:spcAft>
                <a:spcPts val="600"/>
              </a:spcAft>
              <a:defRPr sz="1300"/>
            </a:pPr>
            <a:r>
              <a:t>Mean confidence: 0.623</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pic>
        <p:nvPicPr>
          <p:cNvPr id="374" name="Google Shape;374;p39" descr="C:\Users\DELL\Desktop\pccoer.jpg"/>
          <p:cNvPicPr preferRelativeResize="0"/>
          <p:nvPr/>
        </p:nvPicPr>
        <p:blipFill rotWithShape="1">
          <a:blip r:embed="rId3">
            <a:alphaModFix/>
          </a:blip>
          <a:srcRect/>
          <a:stretch/>
        </p:blipFill>
        <p:spPr>
          <a:xfrm>
            <a:off x="3657600" y="0"/>
            <a:ext cx="1371600" cy="771900"/>
          </a:xfrm>
          <a:prstGeom prst="rect">
            <a:avLst/>
          </a:prstGeom>
          <a:noFill/>
          <a:ln>
            <a:noFill/>
          </a:ln>
        </p:spPr>
      </p:pic>
      <p:nvGrpSpPr>
        <p:cNvPr id="1" name="Shape 370"/>
        <p:cNvGrpSpPr/>
        <p:nvPr/>
      </p:nvGrpSpPr>
      <p:grpSpPr>
        <a:xfrm>
          <a:off x="0" y="0"/>
          <a:ext cx="0" cy="0"/>
          <a:chOff x="0" y="0"/>
          <a:chExt cx="0" cy="0"/>
        </a:xfrm>
      </p:grpSpPr>
      <p:sp>
        <p:nvSpPr>
          <p:cNvPr id="375" name="TextBox 374"/>
          <p:cNvSpPr txBox="1"/>
          <p:nvPr/>
        </p:nvSpPr>
        <p:spPr>
          <a:xfrm>
            <a:off x="6300000" y="6588000"/>
            <a:ext cx="720000" cy="360000"/>
          </a:xfrm>
          <a:prstGeom prst="rect">
            <a:avLst/>
          </a:prstGeom>
          <a:noFill/>
        </p:spPr>
        <p:txBody>
          <a:bodyPr wrap="none">
            <a:spAutoFit/>
          </a:bodyPr>
          <a:lstStyle/>
          <a:p>
            <a:pPr>
              <a:defRPr sz="1100"/>
            </a:pPr>
            <a:r>
              <a:t>26</a:t>
            </a:r>
          </a:p>
        </p:txBody>
      </p:sp>
      <p:sp>
        <p:nvSpPr>
          <p:cNvPr id="376" name="TextBox 375"/>
          <p:cNvSpPr txBox="1"/>
          <p:nvPr/>
        </p:nvSpPr>
        <p:spPr>
          <a:xfrm>
            <a:off x="540000" y="180000"/>
            <a:ext cx="7920000" cy="720000"/>
          </a:xfrm>
          <a:prstGeom prst="rect">
            <a:avLst/>
          </a:prstGeom>
          <a:noFill/>
        </p:spPr>
        <p:txBody>
          <a:bodyPr wrap="square">
            <a:spAutoFit/>
          </a:bodyPr>
          <a:lstStyle/>
          <a:p>
            <a:pPr>
              <a:defRPr sz="2800" b="1">
                <a:solidFill>
                  <a:srgbClr val="1A3C6E"/>
                </a:solidFill>
              </a:defRPr>
            </a:pPr>
            <a:r>
              <a:t>Case Study: Shaniwar Wada</a:t>
            </a:r>
          </a:p>
        </p:txBody>
      </p:sp>
      <p:sp>
        <p:nvSpPr>
          <p:cNvPr id="377" name="TextBox 376"/>
          <p:cNvSpPr txBox="1"/>
          <p:nvPr/>
        </p:nvSpPr>
        <p:spPr>
          <a:xfrm>
            <a:off x="540000" y="1080000"/>
            <a:ext cx="7920000" cy="5400000"/>
          </a:xfrm>
          <a:prstGeom prst="rect">
            <a:avLst/>
          </a:prstGeom>
          <a:noFill/>
        </p:spPr>
        <p:txBody>
          <a:bodyPr wrap="square">
            <a:spAutoFit/>
          </a:bodyPr>
          <a:lstStyle/>
          <a:p>
            <a:pPr>
              <a:spcAft>
                <a:spcPts val="600"/>
              </a:spcAft>
              <a:defRPr sz="1300"/>
            </a:pPr>
            <a:r>
              <a:t>Two test images validated the hazard-aware workflow:</a:t>
            </a:r>
          </a:p>
          <a:p>
            <a:pPr>
              <a:spcAft>
                <a:spcPts val="600"/>
              </a:spcAft>
              <a:defRPr sz="1300"/>
            </a:pPr>
          </a:p>
          <a:p>
            <a:pPr>
              <a:spcAft>
                <a:spcPts val="600"/>
              </a:spcAft>
              <a:defRPr sz="1300"/>
            </a:pPr>
            <a:r>
              <a:t>Sample A — Regular Shaniwar Wada image:</a:t>
            </a:r>
          </a:p>
          <a:p>
            <a:pPr>
              <a:spcAft>
                <a:spcPts val="600"/>
              </a:spcAft>
              <a:defRPr sz="1300"/>
            </a:pPr>
            <a:r>
              <a:t>  Risk: Low | Confidence: 0.95 | Action: Learn More</a:t>
            </a:r>
          </a:p>
          <a:p>
            <a:pPr>
              <a:spcAft>
                <a:spcPts val="600"/>
              </a:spcAft>
              <a:defRPr sz="1300"/>
            </a:pPr>
            <a:r>
              <a:t>  → Normal landmark → informational guidance</a:t>
            </a:r>
          </a:p>
          <a:p>
            <a:pPr>
              <a:spcAft>
                <a:spcPts val="600"/>
              </a:spcAft>
              <a:defRPr sz="1300"/>
            </a:pPr>
          </a:p>
          <a:p>
            <a:pPr>
              <a:spcAft>
                <a:spcPts val="600"/>
              </a:spcAft>
              <a:defRPr sz="1300"/>
            </a:pPr>
            <a:r>
              <a:t>Sample B — Fire-affected Shaniwar Wada:</a:t>
            </a:r>
          </a:p>
          <a:p>
            <a:pPr>
              <a:spcAft>
                <a:spcPts val="600"/>
              </a:spcAft>
              <a:defRPr sz="1300"/>
            </a:pPr>
            <a:r>
              <a:t>  Risk: High | Confidence: 0.85 | Action: Report Incident</a:t>
            </a:r>
          </a:p>
          <a:p>
            <a:pPr>
              <a:spcAft>
                <a:spcPts val="600"/>
              </a:spcAft>
              <a:defRPr sz="1300"/>
            </a:pPr>
            <a:r>
              <a:t>  → Hazardous scene → safety-oriented escalation</a:t>
            </a:r>
          </a:p>
          <a:p>
            <a:pPr>
              <a:spcAft>
                <a:spcPts val="600"/>
              </a:spcAft>
              <a:defRPr sz="1300"/>
            </a:pPr>
          </a:p>
          <a:p>
            <a:pPr>
              <a:spcAft>
                <a:spcPts val="600"/>
              </a:spcAft>
              <a:defRPr sz="1300"/>
            </a:pPr>
            <a:r>
              <a:t>Key result: Same place, different action paths based on</a:t>
            </a:r>
          </a:p>
          <a:p>
            <a:pPr>
              <a:spcAft>
                <a:spcPts val="600"/>
              </a:spcAft>
              <a:defRPr sz="1300"/>
            </a:pPr>
            <a:r>
              <a:t>visual hazard evidence. Demonstrates risk-aware decision making.</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pic>
        <p:nvPicPr>
          <p:cNvPr id="410" name="Google Shape;410;p40" descr="C:\Users\DELL\Desktop\pccoer.jpg"/>
          <p:cNvPicPr preferRelativeResize="0"/>
          <p:nvPr/>
        </p:nvPicPr>
        <p:blipFill rotWithShape="1">
          <a:blip r:embed="rId3">
            <a:alphaModFix/>
          </a:blip>
          <a:srcRect/>
          <a:stretch/>
        </p:blipFill>
        <p:spPr>
          <a:xfrm>
            <a:off x="3657600" y="0"/>
            <a:ext cx="1371600" cy="910828"/>
          </a:xfrm>
          <a:prstGeom prst="rect">
            <a:avLst/>
          </a:prstGeom>
          <a:noFill/>
          <a:ln>
            <a:noFill/>
          </a:ln>
        </p:spPr>
      </p:pic>
      <p:nvGrpSpPr>
        <p:cNvPr id="1" name="Shape 406"/>
        <p:cNvGrpSpPr/>
        <p:nvPr/>
      </p:nvGrpSpPr>
      <p:grpSpPr>
        <a:xfrm>
          <a:off x="0" y="0"/>
          <a:ext cx="0" cy="0"/>
          <a:chOff x="0" y="0"/>
          <a:chExt cx="0" cy="0"/>
        </a:xfrm>
      </p:grpSpPr>
      <p:sp>
        <p:nvSpPr>
          <p:cNvPr id="411" name="TextBox 410"/>
          <p:cNvSpPr txBox="1"/>
          <p:nvPr/>
        </p:nvSpPr>
        <p:spPr>
          <a:xfrm>
            <a:off x="6300000" y="6588000"/>
            <a:ext cx="720000" cy="360000"/>
          </a:xfrm>
          <a:prstGeom prst="rect">
            <a:avLst/>
          </a:prstGeom>
          <a:noFill/>
        </p:spPr>
        <p:txBody>
          <a:bodyPr wrap="none">
            <a:spAutoFit/>
          </a:bodyPr>
          <a:lstStyle/>
          <a:p>
            <a:pPr>
              <a:defRPr sz="1100"/>
            </a:pPr>
            <a:r>
              <a:t>27</a:t>
            </a:r>
          </a:p>
        </p:txBody>
      </p:sp>
      <p:sp>
        <p:nvSpPr>
          <p:cNvPr id="412" name="TextBox 411"/>
          <p:cNvSpPr txBox="1"/>
          <p:nvPr/>
        </p:nvSpPr>
        <p:spPr>
          <a:xfrm>
            <a:off x="540000" y="180000"/>
            <a:ext cx="7920000" cy="720000"/>
          </a:xfrm>
          <a:prstGeom prst="rect">
            <a:avLst/>
          </a:prstGeom>
          <a:noFill/>
        </p:spPr>
        <p:txBody>
          <a:bodyPr wrap="square">
            <a:spAutoFit/>
          </a:bodyPr>
          <a:lstStyle/>
          <a:p>
            <a:pPr>
              <a:defRPr sz="2800" b="1">
                <a:solidFill>
                  <a:srgbClr val="1A3C6E"/>
                </a:solidFill>
              </a:defRPr>
            </a:pPr>
            <a:r>
              <a:t>User Action Flow</a:t>
            </a:r>
          </a:p>
        </p:txBody>
      </p:sp>
      <p:sp>
        <p:nvSpPr>
          <p:cNvPr id="413" name="TextBox 412"/>
          <p:cNvSpPr txBox="1"/>
          <p:nvPr/>
        </p:nvSpPr>
        <p:spPr>
          <a:xfrm>
            <a:off x="540000" y="1080000"/>
            <a:ext cx="7920000" cy="5400000"/>
          </a:xfrm>
          <a:prstGeom prst="rect">
            <a:avLst/>
          </a:prstGeom>
          <a:noFill/>
        </p:spPr>
        <p:txBody>
          <a:bodyPr wrap="square">
            <a:spAutoFit/>
          </a:bodyPr>
          <a:lstStyle/>
          <a:p>
            <a:pPr>
              <a:spcAft>
                <a:spcPts val="600"/>
              </a:spcAft>
              <a:defRPr sz="1300"/>
            </a:pPr>
            <a:r>
              <a:t>1. User uploads image through web interface</a:t>
            </a:r>
          </a:p>
          <a:p>
            <a:pPr>
              <a:spcAft>
                <a:spcPts val="600"/>
              </a:spcAft>
              <a:defRPr sz="1300"/>
            </a:pPr>
            <a:r>
              <a:t>2. Image preview shown with chat-style message input</a:t>
            </a:r>
          </a:p>
          <a:p>
            <a:pPr>
              <a:spcAft>
                <a:spcPts val="600"/>
              </a:spcAft>
              <a:defRPr sz="1300"/>
            </a:pPr>
            <a:r>
              <a:t>3. Backend analyzes image via Gemini Vision</a:t>
            </a:r>
          </a:p>
          <a:p>
            <a:pPr>
              <a:spcAft>
                <a:spcPts val="600"/>
              </a:spcAft>
              <a:defRPr sz="1300"/>
            </a:pPr>
            <a:r>
              <a:t>4. Structured response returned with action buttons</a:t>
            </a:r>
          </a:p>
          <a:p>
            <a:pPr>
              <a:spcAft>
                <a:spcPts val="600"/>
              </a:spcAft>
              <a:defRPr sz="1300"/>
            </a:pPr>
          </a:p>
          <a:p>
            <a:pPr>
              <a:spcAft>
                <a:spcPts val="600"/>
              </a:spcAft>
              <a:defRPr sz="1300"/>
            </a:pPr>
            <a:r>
              <a:t>For low-risk / normal scenes:</a:t>
            </a:r>
          </a:p>
          <a:p>
            <a:pPr>
              <a:spcAft>
                <a:spcPts val="600"/>
              </a:spcAft>
              <a:defRPr sz="1300"/>
            </a:pPr>
            <a:r>
              <a:t>  ● Learn More — Wikipedia summary of detected landmark</a:t>
            </a:r>
          </a:p>
          <a:p>
            <a:pPr>
              <a:spcAft>
                <a:spcPts val="600"/>
              </a:spcAft>
              <a:defRPr sz="1300"/>
            </a:pPr>
            <a:r>
              <a:t>  ● Open Map — Google Maps search for location</a:t>
            </a:r>
          </a:p>
          <a:p>
            <a:pPr>
              <a:spcAft>
                <a:spcPts val="600"/>
              </a:spcAft>
              <a:defRPr sz="1300"/>
            </a:pPr>
            <a:r>
              <a:t>  ● Why — Explanation of the analysis</a:t>
            </a:r>
          </a:p>
          <a:p>
            <a:pPr>
              <a:spcAft>
                <a:spcPts val="600"/>
              </a:spcAft>
              <a:defRPr sz="1300"/>
            </a:pPr>
          </a:p>
          <a:p>
            <a:pPr>
              <a:spcAft>
                <a:spcPts val="600"/>
              </a:spcAft>
              <a:defRPr sz="1300"/>
            </a:pPr>
            <a:r>
              <a:t>For high-risk / hazardous scenes:</a:t>
            </a:r>
          </a:p>
          <a:p>
            <a:pPr>
              <a:spcAft>
                <a:spcPts val="600"/>
              </a:spcAft>
              <a:defRPr sz="1300"/>
            </a:pPr>
            <a:r>
              <a:t>  ● Report Incident — User-confirmed alert logging</a:t>
            </a:r>
          </a:p>
          <a:p>
            <a:pPr>
              <a:spcAft>
                <a:spcPts val="600"/>
              </a:spcAft>
              <a:defRPr sz="1300"/>
            </a:pPr>
            <a:r>
              <a:t>  ● Safety Tips — Relevant safety recommendations</a:t>
            </a:r>
          </a:p>
          <a:p>
            <a:pPr>
              <a:spcAft>
                <a:spcPts val="600"/>
              </a:spcAft>
              <a:defRPr sz="1300"/>
            </a:pPr>
            <a:r>
              <a:t>  ● Why — Explanation of the analysis</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pic>
        <p:nvPicPr>
          <p:cNvPr id="419" name="Google Shape;419;p41" descr="C:\Users\DELL\Desktop\pccoer.jpg"/>
          <p:cNvPicPr preferRelativeResize="0"/>
          <p:nvPr/>
        </p:nvPicPr>
        <p:blipFill rotWithShape="1">
          <a:blip r:embed="rId3">
            <a:alphaModFix/>
          </a:blip>
          <a:srcRect/>
          <a:stretch/>
        </p:blipFill>
        <p:spPr>
          <a:xfrm>
            <a:off x="3657600" y="0"/>
            <a:ext cx="1371600" cy="910828"/>
          </a:xfrm>
          <a:prstGeom prst="rect">
            <a:avLst/>
          </a:prstGeom>
          <a:noFill/>
          <a:ln>
            <a:noFill/>
          </a:ln>
        </p:spPr>
      </p:pic>
      <p:nvGrpSpPr>
        <p:cNvPr id="1" name="Shape 415"/>
        <p:cNvGrpSpPr/>
        <p:nvPr/>
      </p:nvGrpSpPr>
      <p:grpSpPr>
        <a:xfrm>
          <a:off x="0" y="0"/>
          <a:ext cx="0" cy="0"/>
          <a:chOff x="0" y="0"/>
          <a:chExt cx="0" cy="0"/>
        </a:xfrm>
      </p:grpSpPr>
      <p:sp>
        <p:nvSpPr>
          <p:cNvPr id="420" name="TextBox 419"/>
          <p:cNvSpPr txBox="1"/>
          <p:nvPr/>
        </p:nvSpPr>
        <p:spPr>
          <a:xfrm>
            <a:off x="6300000" y="6588000"/>
            <a:ext cx="720000" cy="360000"/>
          </a:xfrm>
          <a:prstGeom prst="rect">
            <a:avLst/>
          </a:prstGeom>
          <a:noFill/>
        </p:spPr>
        <p:txBody>
          <a:bodyPr wrap="none">
            <a:spAutoFit/>
          </a:bodyPr>
          <a:lstStyle/>
          <a:p>
            <a:pPr>
              <a:defRPr sz="1100"/>
            </a:pPr>
            <a:r>
              <a:t>28</a:t>
            </a:r>
          </a:p>
        </p:txBody>
      </p:sp>
      <p:sp>
        <p:nvSpPr>
          <p:cNvPr id="421" name="TextBox 420"/>
          <p:cNvSpPr txBox="1"/>
          <p:nvPr/>
        </p:nvSpPr>
        <p:spPr>
          <a:xfrm>
            <a:off x="540000" y="180000"/>
            <a:ext cx="7920000" cy="720000"/>
          </a:xfrm>
          <a:prstGeom prst="rect">
            <a:avLst/>
          </a:prstGeom>
          <a:noFill/>
        </p:spPr>
        <p:txBody>
          <a:bodyPr wrap="square">
            <a:spAutoFit/>
          </a:bodyPr>
          <a:lstStyle/>
          <a:p>
            <a:pPr>
              <a:defRPr sz="2800" b="1">
                <a:solidFill>
                  <a:srgbClr val="1A3C6E"/>
                </a:solidFill>
              </a:defRPr>
            </a:pPr>
            <a:r>
              <a:t>Incident Reporting Workflow</a:t>
            </a:r>
          </a:p>
        </p:txBody>
      </p:sp>
      <p:sp>
        <p:nvSpPr>
          <p:cNvPr id="422" name="TextBox 421"/>
          <p:cNvSpPr txBox="1"/>
          <p:nvPr/>
        </p:nvSpPr>
        <p:spPr>
          <a:xfrm>
            <a:off x="540000" y="1080000"/>
            <a:ext cx="7920000" cy="5400000"/>
          </a:xfrm>
          <a:prstGeom prst="rect">
            <a:avLst/>
          </a:prstGeom>
          <a:noFill/>
        </p:spPr>
        <p:txBody>
          <a:bodyPr wrap="square">
            <a:spAutoFit/>
          </a:bodyPr>
          <a:lstStyle/>
          <a:p>
            <a:pPr>
              <a:spcAft>
                <a:spcPts val="600"/>
              </a:spcAft>
              <a:defRPr sz="1300"/>
            </a:pPr>
            <a:r>
              <a:t>1. High-risk scene detected by the system</a:t>
            </a:r>
          </a:p>
          <a:p>
            <a:pPr>
              <a:spcAft>
                <a:spcPts val="600"/>
              </a:spcAft>
              <a:defRPr sz="1300"/>
            </a:pPr>
            <a:r>
              <a:t>2. Report Incident action shown to user</a:t>
            </a:r>
          </a:p>
          <a:p>
            <a:pPr>
              <a:spcAft>
                <a:spcPts val="600"/>
              </a:spcAft>
              <a:defRPr sz="1300"/>
            </a:pPr>
            <a:r>
              <a:t>3. User reviews the analysis and confirms intent to report</a:t>
            </a:r>
          </a:p>
          <a:p>
            <a:pPr>
              <a:spcAft>
                <a:spcPts val="600"/>
              </a:spcAft>
              <a:defRPr sz="1300"/>
            </a:pPr>
            <a:r>
              <a:t>4. On confirmation:</a:t>
            </a:r>
          </a:p>
          <a:p>
            <a:pPr>
              <a:spcAft>
                <a:spcPts val="600"/>
              </a:spcAft>
              <a:defRPr sz="1300"/>
            </a:pPr>
            <a:r>
              <a:t>   a. Incident record created in SQLite database</a:t>
            </a:r>
          </a:p>
          <a:p>
            <a:pPr>
              <a:spcAft>
                <a:spcPts val="600"/>
              </a:spcAft>
              <a:defRPr sz="1300"/>
            </a:pPr>
            <a:r>
              <a:t>   b. Optional WhatsApp notification sent (if env-gated)</a:t>
            </a:r>
          </a:p>
          <a:p>
            <a:pPr>
              <a:spcAft>
                <a:spcPts val="600"/>
              </a:spcAft>
              <a:defRPr sz="1300"/>
            </a:pPr>
            <a:r>
              <a:t>   c. All actions logged for audit</a:t>
            </a:r>
          </a:p>
          <a:p>
            <a:pPr>
              <a:spcAft>
                <a:spcPts val="600"/>
              </a:spcAft>
              <a:defRPr sz="1300"/>
            </a:pPr>
            <a:r>
              <a:t>5. User receives confirmation of successful reporting</a:t>
            </a:r>
          </a:p>
          <a:p>
            <a:pPr>
              <a:spcAft>
                <a:spcPts val="600"/>
              </a:spcAft>
              <a:defRPr sz="1300"/>
            </a:pPr>
          </a:p>
          <a:p>
            <a:pPr>
              <a:spcAft>
                <a:spcPts val="600"/>
              </a:spcAft>
              <a:defRPr sz="1300"/>
            </a:pPr>
            <a:r>
              <a:t>Design principles:</a:t>
            </a:r>
          </a:p>
          <a:p>
            <a:pPr>
              <a:spcAft>
                <a:spcPts val="600"/>
              </a:spcAft>
              <a:defRPr sz="1300"/>
            </a:pPr>
            <a:r>
              <a:t>● No automatic authority dispatch</a:t>
            </a:r>
          </a:p>
          <a:p>
            <a:pPr>
              <a:spcAft>
                <a:spcPts val="600"/>
              </a:spcAft>
              <a:defRPr sz="1300"/>
            </a:pPr>
            <a:r>
              <a:t>● Human-in-the-loop at all times</a:t>
            </a:r>
          </a:p>
          <a:p>
            <a:pPr>
              <a:spcAft>
                <a:spcPts val="600"/>
              </a:spcAft>
              <a:defRPr sz="1300"/>
            </a:pPr>
            <a:r>
              <a:t>● Full audit trail for accountability</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426"/>
        <p:cNvGrpSpPr/>
        <p:nvPr/>
      </p:nvGrpSpPr>
      <p:grpSpPr>
        <a:xfrm>
          <a:off x="0" y="0"/>
          <a:ext cx="0" cy="0"/>
          <a:chOff x="0" y="0"/>
          <a:chExt cx="0" cy="0"/>
        </a:xfrm>
      </p:grpSpPr>
      <p:sp>
        <p:nvSpPr>
          <p:cNvPr id="2" name="TextBox 1"/>
          <p:cNvSpPr txBox="1"/>
          <p:nvPr/>
        </p:nvSpPr>
        <p:spPr>
          <a:xfrm>
            <a:off x="6300000" y="6588000"/>
            <a:ext cx="720000" cy="360000"/>
          </a:xfrm>
          <a:prstGeom prst="rect">
            <a:avLst/>
          </a:prstGeom>
          <a:noFill/>
        </p:spPr>
        <p:txBody>
          <a:bodyPr wrap="none">
            <a:spAutoFit/>
          </a:bodyPr>
          <a:lstStyle/>
          <a:p>
            <a:pPr>
              <a:defRPr sz="1100"/>
            </a:pPr>
            <a:r>
              <a:t>29</a:t>
            </a:r>
          </a:p>
        </p:txBody>
      </p:sp>
      <p:sp>
        <p:nvSpPr>
          <p:cNvPr id="3" name="TextBox 2"/>
          <p:cNvSpPr txBox="1"/>
          <p:nvPr/>
        </p:nvSpPr>
        <p:spPr>
          <a:xfrm>
            <a:off x="540000" y="180000"/>
            <a:ext cx="7920000" cy="720000"/>
          </a:xfrm>
          <a:prstGeom prst="rect">
            <a:avLst/>
          </a:prstGeom>
          <a:noFill/>
        </p:spPr>
        <p:txBody>
          <a:bodyPr wrap="square">
            <a:spAutoFit/>
          </a:bodyPr>
          <a:lstStyle/>
          <a:p>
            <a:pPr>
              <a:defRPr sz="2800" b="1">
                <a:solidFill>
                  <a:srgbClr val="1A3C6E"/>
                </a:solidFill>
              </a:defRPr>
            </a:pPr>
            <a:r>
              <a:t>System Summary</a:t>
            </a:r>
          </a:p>
        </p:txBody>
      </p:sp>
      <p:sp>
        <p:nvSpPr>
          <p:cNvPr id="4" name="TextBox 3"/>
          <p:cNvSpPr txBox="1"/>
          <p:nvPr/>
        </p:nvSpPr>
        <p:spPr>
          <a:xfrm>
            <a:off x="540000" y="1080000"/>
            <a:ext cx="7920000" cy="5400000"/>
          </a:xfrm>
          <a:prstGeom prst="rect">
            <a:avLst/>
          </a:prstGeom>
          <a:noFill/>
        </p:spPr>
        <p:txBody>
          <a:bodyPr wrap="square">
            <a:spAutoFit/>
          </a:bodyPr>
          <a:lstStyle/>
          <a:p>
            <a:pPr>
              <a:spcAft>
                <a:spcPts val="600"/>
              </a:spcAft>
              <a:defRPr sz="1300"/>
            </a:pPr>
            <a:r>
              <a:t>Component                  | Technology / Approach</a:t>
            </a:r>
          </a:p>
          <a:p>
            <a:pPr>
              <a:spcAft>
                <a:spcPts val="600"/>
              </a:spcAft>
              <a:defRPr sz="1300"/>
            </a:pPr>
            <a:r>
              <a:t>──────────────────────────────────────────────────</a:t>
            </a:r>
          </a:p>
          <a:p>
            <a:pPr>
              <a:spcAft>
                <a:spcPts val="600"/>
              </a:spcAft>
              <a:defRPr sz="1300"/>
            </a:pPr>
            <a:r>
              <a:t>Frontend UI                | React + TypeScript + Tailwind CSS</a:t>
            </a:r>
          </a:p>
          <a:p>
            <a:pPr>
              <a:spcAft>
                <a:spcPts val="600"/>
              </a:spcAft>
              <a:defRPr sz="1300"/>
            </a:pPr>
            <a:r>
              <a:t>Backend API                | Python Flask</a:t>
            </a:r>
          </a:p>
          <a:p>
            <a:pPr>
              <a:spcAft>
                <a:spcPts val="600"/>
              </a:spcAft>
              <a:defRPr sz="1300"/>
            </a:pPr>
            <a:r>
              <a:t>Multimodal Model           | Gemini 2.5 Flash (Vision)</a:t>
            </a:r>
          </a:p>
          <a:p>
            <a:pPr>
              <a:spcAft>
                <a:spcPts val="600"/>
              </a:spcAft>
              <a:defRPr sz="1300"/>
            </a:pPr>
            <a:r>
              <a:t>Database                   | SQLite (5 tables)</a:t>
            </a:r>
          </a:p>
          <a:p>
            <a:pPr>
              <a:spcAft>
                <a:spcPts val="600"/>
              </a:spcAft>
              <a:defRPr sz="1300"/>
            </a:pPr>
            <a:r>
              <a:t>Image Processing           | PIL + Base64 encoding</a:t>
            </a:r>
          </a:p>
          <a:p>
            <a:pPr>
              <a:spcAft>
                <a:spcPts val="600"/>
              </a:spcAft>
              <a:defRPr sz="1300"/>
            </a:pPr>
            <a:r>
              <a:t>Risk Policy                | Deterministic keyword + confidence rules</a:t>
            </a:r>
          </a:p>
          <a:p>
            <a:pPr>
              <a:spcAft>
                <a:spcPts val="600"/>
              </a:spcAft>
              <a:defRPr sz="1300"/>
            </a:pPr>
            <a:r>
              <a:t>Notification               | Twilio WhatsApp API (optional)</a:t>
            </a:r>
          </a:p>
          <a:p>
            <a:pPr>
              <a:spcAft>
                <a:spcPts val="600"/>
              </a:spcAft>
              <a:defRPr sz="1300"/>
            </a:pPr>
            <a:r>
              <a:t>Deployment                 | Local / Cloud (Vercel-ready)</a:t>
            </a:r>
          </a:p>
          <a:p>
            <a:pPr>
              <a:spcAft>
                <a:spcPts val="600"/>
              </a:spcAft>
              <a:defRPr sz="1300"/>
            </a:pPr>
            <a:r>
              <a:t>──────────────────────────────────────────────────</a:t>
            </a:r>
          </a:p>
          <a:p>
            <a:pPr>
              <a:spcAft>
                <a:spcPts val="600"/>
              </a:spcAft>
              <a:defRPr sz="1300"/>
            </a:pPr>
            <a:r>
              <a:t>Key metrics: 22 runs, 14 sessions, 10 incidents, 3 notifications sent</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pic>
        <p:nvPicPr>
          <p:cNvPr id="465" name="Google Shape;465;p43" descr="C:\Users\DELL\Desktop\pccoer.jpg"/>
          <p:cNvPicPr preferRelativeResize="0"/>
          <p:nvPr/>
        </p:nvPicPr>
        <p:blipFill rotWithShape="1">
          <a:blip r:embed="rId3">
            <a:alphaModFix/>
          </a:blip>
          <a:srcRect/>
          <a:stretch/>
        </p:blipFill>
        <p:spPr>
          <a:xfrm>
            <a:off x="3657600" y="0"/>
            <a:ext cx="1371600" cy="910828"/>
          </a:xfrm>
          <a:prstGeom prst="rect">
            <a:avLst/>
          </a:prstGeom>
          <a:noFill/>
          <a:ln>
            <a:noFill/>
          </a:ln>
        </p:spPr>
      </p:pic>
      <p:nvGrpSpPr>
        <p:cNvPr id="1" name="Shape 461"/>
        <p:cNvGrpSpPr/>
        <p:nvPr/>
      </p:nvGrpSpPr>
      <p:grpSpPr>
        <a:xfrm>
          <a:off x="0" y="0"/>
          <a:ext cx="0" cy="0"/>
          <a:chOff x="0" y="0"/>
          <a:chExt cx="0" cy="0"/>
        </a:xfrm>
      </p:grpSpPr>
      <p:sp>
        <p:nvSpPr>
          <p:cNvPr id="466" name="TextBox 465"/>
          <p:cNvSpPr txBox="1"/>
          <p:nvPr/>
        </p:nvSpPr>
        <p:spPr>
          <a:xfrm>
            <a:off x="6300000" y="6588000"/>
            <a:ext cx="720000" cy="360000"/>
          </a:xfrm>
          <a:prstGeom prst="rect">
            <a:avLst/>
          </a:prstGeom>
          <a:noFill/>
        </p:spPr>
        <p:txBody>
          <a:bodyPr wrap="none">
            <a:spAutoFit/>
          </a:bodyPr>
          <a:lstStyle/>
          <a:p>
            <a:pPr>
              <a:defRPr sz="1100"/>
            </a:pPr>
            <a:r>
              <a:t>30</a:t>
            </a:r>
          </a:p>
        </p:txBody>
      </p:sp>
      <p:sp>
        <p:nvSpPr>
          <p:cNvPr id="467" name="TextBox 466"/>
          <p:cNvSpPr txBox="1"/>
          <p:nvPr/>
        </p:nvSpPr>
        <p:spPr>
          <a:xfrm>
            <a:off x="540000" y="180000"/>
            <a:ext cx="7920000" cy="720000"/>
          </a:xfrm>
          <a:prstGeom prst="rect">
            <a:avLst/>
          </a:prstGeom>
          <a:noFill/>
        </p:spPr>
        <p:txBody>
          <a:bodyPr wrap="square">
            <a:spAutoFit/>
          </a:bodyPr>
          <a:lstStyle/>
          <a:p>
            <a:pPr>
              <a:defRPr sz="2800" b="1">
                <a:solidFill>
                  <a:srgbClr val="1A3C6E"/>
                </a:solidFill>
              </a:defRPr>
            </a:pPr>
            <a:r>
              <a:t>Quick Statistics</a:t>
            </a:r>
          </a:p>
        </p:txBody>
      </p:sp>
      <p:sp>
        <p:nvSpPr>
          <p:cNvPr id="468" name="TextBox 467"/>
          <p:cNvSpPr txBox="1"/>
          <p:nvPr/>
        </p:nvSpPr>
        <p:spPr>
          <a:xfrm>
            <a:off x="540000" y="1080000"/>
            <a:ext cx="7920000" cy="5400000"/>
          </a:xfrm>
          <a:prstGeom prst="rect">
            <a:avLst/>
          </a:prstGeom>
          <a:noFill/>
        </p:spPr>
        <p:txBody>
          <a:bodyPr wrap="square">
            <a:spAutoFit/>
          </a:bodyPr>
          <a:lstStyle/>
          <a:p>
            <a:pPr>
              <a:spcAft>
                <a:spcPts val="600"/>
              </a:spcAft>
              <a:defRPr sz="1300"/>
            </a:pPr>
            <a:r>
              <a:t>Total analyzed images:             22</a:t>
            </a:r>
          </a:p>
          <a:p>
            <a:pPr>
              <a:spcAft>
                <a:spcPts val="600"/>
              </a:spcAft>
              <a:defRPr sz="1300"/>
            </a:pPr>
            <a:r>
              <a:t>Distinct user sessions:            14</a:t>
            </a:r>
          </a:p>
          <a:p>
            <a:pPr>
              <a:spcAft>
                <a:spcPts val="600"/>
              </a:spcAft>
              <a:defRPr sz="1300"/>
            </a:pPr>
            <a:r>
              <a:t>Low-risk outputs:                   8  (36.4%)</a:t>
            </a:r>
          </a:p>
          <a:p>
            <a:pPr>
              <a:spcAft>
                <a:spcPts val="600"/>
              </a:spcAft>
              <a:defRPr sz="1300"/>
            </a:pPr>
            <a:r>
              <a:t>High-risk outputs:                  8  (36.4%)</a:t>
            </a:r>
          </a:p>
          <a:p>
            <a:pPr>
              <a:spcAft>
                <a:spcPts val="600"/>
              </a:spcAft>
              <a:defRPr sz="1300"/>
            </a:pPr>
            <a:r>
              <a:t>Uncertain outputs:                  6  (27.3%)</a:t>
            </a:r>
          </a:p>
          <a:p>
            <a:pPr>
              <a:spcAft>
                <a:spcPts val="600"/>
              </a:spcAft>
              <a:defRPr sz="1300"/>
            </a:pPr>
            <a:r>
              <a:t>Average confidence:               0.623</a:t>
            </a:r>
          </a:p>
          <a:p>
            <a:pPr>
              <a:spcAft>
                <a:spcPts val="600"/>
              </a:spcAft>
              <a:defRPr sz="1300"/>
            </a:pPr>
            <a:r>
              <a:t>Confidence range:           0.00 – 0.95</a:t>
            </a:r>
          </a:p>
          <a:p>
            <a:pPr>
              <a:spcAft>
                <a:spcPts val="600"/>
              </a:spcAft>
              <a:defRPr sz="1300"/>
            </a:pPr>
            <a:r>
              <a:t>User-confirmed incidents:          10</a:t>
            </a:r>
          </a:p>
          <a:p>
            <a:pPr>
              <a:spcAft>
                <a:spcPts val="600"/>
              </a:spcAft>
              <a:defRPr sz="1300"/>
            </a:pPr>
            <a:r>
              <a:t>Successful notifications:           3</a:t>
            </a:r>
          </a:p>
          <a:p>
            <a:pPr>
              <a:spcAft>
                <a:spcPts val="600"/>
              </a:spcAft>
              <a:defRPr sz="1300"/>
            </a:pPr>
            <a:r>
              <a:t>Risk-action accuracy (case):     100%</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pic>
        <p:nvPicPr>
          <p:cNvPr id="474" name="Google Shape;474;p44" descr="C:\Users\DELL\Desktop\pccoer.jpg"/>
          <p:cNvPicPr preferRelativeResize="0"/>
          <p:nvPr/>
        </p:nvPicPr>
        <p:blipFill rotWithShape="1">
          <a:blip r:embed="rId3">
            <a:alphaModFix/>
          </a:blip>
          <a:srcRect/>
          <a:stretch/>
        </p:blipFill>
        <p:spPr>
          <a:xfrm>
            <a:off x="3657600" y="0"/>
            <a:ext cx="1371600" cy="910828"/>
          </a:xfrm>
          <a:prstGeom prst="rect">
            <a:avLst/>
          </a:prstGeom>
          <a:noFill/>
          <a:ln>
            <a:noFill/>
          </a:ln>
        </p:spPr>
      </p:pic>
      <p:nvGrpSpPr>
        <p:cNvPr id="1" name="Shape 470"/>
        <p:cNvGrpSpPr/>
        <p:nvPr/>
      </p:nvGrpSpPr>
      <p:grpSpPr>
        <a:xfrm>
          <a:off x="0" y="0"/>
          <a:ext cx="0" cy="0"/>
          <a:chOff x="0" y="0"/>
          <a:chExt cx="0" cy="0"/>
        </a:xfrm>
      </p:grpSpPr>
      <p:sp>
        <p:nvSpPr>
          <p:cNvPr id="475" name="TextBox 474"/>
          <p:cNvSpPr txBox="1"/>
          <p:nvPr/>
        </p:nvSpPr>
        <p:spPr>
          <a:xfrm>
            <a:off x="6300000" y="6588000"/>
            <a:ext cx="720000" cy="360000"/>
          </a:xfrm>
          <a:prstGeom prst="rect">
            <a:avLst/>
          </a:prstGeom>
          <a:noFill/>
        </p:spPr>
        <p:txBody>
          <a:bodyPr wrap="none">
            <a:spAutoFit/>
          </a:bodyPr>
          <a:lstStyle/>
          <a:p>
            <a:pPr>
              <a:defRPr sz="1100"/>
            </a:pPr>
            <a:r>
              <a:t>31</a:t>
            </a:r>
          </a:p>
        </p:txBody>
      </p:sp>
      <p:sp>
        <p:nvSpPr>
          <p:cNvPr id="476" name="TextBox 475"/>
          <p:cNvSpPr txBox="1"/>
          <p:nvPr/>
        </p:nvSpPr>
        <p:spPr>
          <a:xfrm>
            <a:off x="540000" y="180000"/>
            <a:ext cx="7920000" cy="720000"/>
          </a:xfrm>
          <a:prstGeom prst="rect">
            <a:avLst/>
          </a:prstGeom>
          <a:noFill/>
        </p:spPr>
        <p:txBody>
          <a:bodyPr wrap="square">
            <a:spAutoFit/>
          </a:bodyPr>
          <a:lstStyle/>
          <a:p>
            <a:pPr>
              <a:defRPr sz="2800" b="1">
                <a:solidFill>
                  <a:srgbClr val="1A3C6E"/>
                </a:solidFill>
              </a:defRPr>
            </a:pPr>
            <a:r>
              <a:t>Performance Metrics</a:t>
            </a:r>
          </a:p>
        </p:txBody>
      </p:sp>
      <p:sp>
        <p:nvSpPr>
          <p:cNvPr id="477" name="TextBox 476"/>
          <p:cNvSpPr txBox="1"/>
          <p:nvPr/>
        </p:nvSpPr>
        <p:spPr>
          <a:xfrm>
            <a:off x="540000" y="1080000"/>
            <a:ext cx="7920000" cy="5400000"/>
          </a:xfrm>
          <a:prstGeom prst="rect">
            <a:avLst/>
          </a:prstGeom>
          <a:noFill/>
        </p:spPr>
        <p:txBody>
          <a:bodyPr wrap="square">
            <a:spAutoFit/>
          </a:bodyPr>
          <a:lstStyle/>
          <a:p>
            <a:pPr>
              <a:spcAft>
                <a:spcPts val="600"/>
              </a:spcAft>
              <a:defRPr sz="1300"/>
            </a:pPr>
            <a:r>
              <a:t>Metric                          Value</a:t>
            </a:r>
          </a:p>
          <a:p>
            <a:pPr>
              <a:spcAft>
                <a:spcPts val="600"/>
              </a:spcAft>
              <a:defRPr sz="1300"/>
            </a:pPr>
            <a:r>
              <a:t>──────────────────────────────────────</a:t>
            </a:r>
          </a:p>
          <a:p>
            <a:pPr>
              <a:spcAft>
                <a:spcPts val="600"/>
              </a:spcAft>
              <a:defRPr sz="1300"/>
            </a:pPr>
            <a:r>
              <a:t>Total analyzed runs               22</a:t>
            </a:r>
          </a:p>
          <a:p>
            <a:pPr>
              <a:spcAft>
                <a:spcPts val="600"/>
              </a:spcAft>
              <a:defRPr sz="1300"/>
            </a:pPr>
            <a:r>
              <a:t>Model response time            ~3–8 sec</a:t>
            </a:r>
          </a:p>
          <a:p>
            <a:pPr>
              <a:spcAft>
                <a:spcPts val="600"/>
              </a:spcAft>
              <a:defRPr sz="1300"/>
            </a:pPr>
            <a:r>
              <a:t>Average confidence              0.623</a:t>
            </a:r>
          </a:p>
          <a:p>
            <a:pPr>
              <a:spcAft>
                <a:spcPts val="600"/>
              </a:spcAft>
              <a:defRPr sz="1300"/>
            </a:pPr>
            <a:r>
              <a:t>Confidence std dev               0.31</a:t>
            </a:r>
          </a:p>
          <a:p>
            <a:pPr>
              <a:spcAft>
                <a:spcPts val="600"/>
              </a:spcAft>
              <a:defRPr sz="1300"/>
            </a:pPr>
            <a:r>
              <a:t>Low confidence (&lt;0.30) share   27.3%</a:t>
            </a:r>
          </a:p>
          <a:p>
            <a:pPr>
              <a:spcAft>
                <a:spcPts val="600"/>
              </a:spcAft>
              <a:defRPr sz="1300"/>
            </a:pPr>
            <a:r>
              <a:t>High confidence (≥0.80) share  50.0%</a:t>
            </a:r>
          </a:p>
          <a:p>
            <a:pPr>
              <a:spcAft>
                <a:spcPts val="600"/>
              </a:spcAft>
              <a:defRPr sz="1300"/>
            </a:pPr>
            <a:r>
              <a:t>Task success rate (62% threshold) ~55%</a:t>
            </a:r>
          </a:p>
          <a:p>
            <a:pPr>
              <a:spcAft>
                <a:spcPts val="600"/>
              </a:spcAft>
              <a:defRPr sz="1300"/>
            </a:pPr>
            <a:r>
              <a:t>──────────────────────────────────────</a:t>
            </a:r>
          </a:p>
          <a:p>
            <a:pPr>
              <a:spcAft>
                <a:spcPts val="600"/>
              </a:spcAft>
              <a:defRPr sz="1300"/>
            </a:pPr>
          </a:p>
          <a:p>
            <a:pPr>
              <a:spcAft>
                <a:spcPts val="600"/>
              </a:spcAft>
              <a:defRPr sz="1300"/>
            </a:pPr>
            <a:r>
              <a:t>Performance depends on Gemini API availability</a:t>
            </a:r>
          </a:p>
          <a:p>
            <a:pPr>
              <a:spcAft>
                <a:spcPts val="600"/>
              </a:spcAft>
              <a:defRPr sz="1300"/>
            </a:pPr>
            <a:r>
              <a:t>and image complexity. No local GPU required.</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pic>
        <p:nvPicPr>
          <p:cNvPr id="483" name="Google Shape;483;p45" descr="C:\Users\DELL\Desktop\pccoer.jpg"/>
          <p:cNvPicPr preferRelativeResize="0"/>
          <p:nvPr/>
        </p:nvPicPr>
        <p:blipFill rotWithShape="1">
          <a:blip r:embed="rId3">
            <a:alphaModFix/>
          </a:blip>
          <a:srcRect/>
          <a:stretch/>
        </p:blipFill>
        <p:spPr>
          <a:xfrm>
            <a:off x="3657600" y="0"/>
            <a:ext cx="1371600" cy="910828"/>
          </a:xfrm>
          <a:prstGeom prst="rect">
            <a:avLst/>
          </a:prstGeom>
          <a:noFill/>
          <a:ln>
            <a:noFill/>
          </a:ln>
        </p:spPr>
      </p:pic>
      <p:nvGrpSpPr>
        <p:cNvPr id="1" name="Shape 479"/>
        <p:cNvGrpSpPr/>
        <p:nvPr/>
      </p:nvGrpSpPr>
      <p:grpSpPr>
        <a:xfrm>
          <a:off x="0" y="0"/>
          <a:ext cx="0" cy="0"/>
          <a:chOff x="0" y="0"/>
          <a:chExt cx="0" cy="0"/>
        </a:xfrm>
      </p:grpSpPr>
      <p:sp>
        <p:nvSpPr>
          <p:cNvPr id="484" name="TextBox 483"/>
          <p:cNvSpPr txBox="1"/>
          <p:nvPr/>
        </p:nvSpPr>
        <p:spPr>
          <a:xfrm>
            <a:off x="6300000" y="6588000"/>
            <a:ext cx="720000" cy="360000"/>
          </a:xfrm>
          <a:prstGeom prst="rect">
            <a:avLst/>
          </a:prstGeom>
          <a:noFill/>
        </p:spPr>
        <p:txBody>
          <a:bodyPr wrap="none">
            <a:spAutoFit/>
          </a:bodyPr>
          <a:lstStyle/>
          <a:p>
            <a:pPr>
              <a:defRPr sz="1100"/>
            </a:pPr>
            <a:r>
              <a:t>32</a:t>
            </a:r>
          </a:p>
        </p:txBody>
      </p:sp>
      <p:sp>
        <p:nvSpPr>
          <p:cNvPr id="485" name="TextBox 484"/>
          <p:cNvSpPr txBox="1"/>
          <p:nvPr/>
        </p:nvSpPr>
        <p:spPr>
          <a:xfrm>
            <a:off x="540000" y="180000"/>
            <a:ext cx="7920000" cy="720000"/>
          </a:xfrm>
          <a:prstGeom prst="rect">
            <a:avLst/>
          </a:prstGeom>
          <a:noFill/>
        </p:spPr>
        <p:txBody>
          <a:bodyPr wrap="square">
            <a:spAutoFit/>
          </a:bodyPr>
          <a:lstStyle/>
          <a:p>
            <a:pPr>
              <a:defRPr sz="2800" b="1">
                <a:solidFill>
                  <a:srgbClr val="1A3C6E"/>
                </a:solidFill>
              </a:defRPr>
            </a:pPr>
            <a:r>
              <a:t>Key Observations</a:t>
            </a:r>
          </a:p>
        </p:txBody>
      </p:sp>
      <p:sp>
        <p:nvSpPr>
          <p:cNvPr id="486" name="TextBox 485"/>
          <p:cNvSpPr txBox="1"/>
          <p:nvPr/>
        </p:nvSpPr>
        <p:spPr>
          <a:xfrm>
            <a:off x="540000" y="1080000"/>
            <a:ext cx="7920000" cy="5400000"/>
          </a:xfrm>
          <a:prstGeom prst="rect">
            <a:avLst/>
          </a:prstGeom>
          <a:noFill/>
        </p:spPr>
        <p:txBody>
          <a:bodyPr wrap="square">
            <a:spAutoFit/>
          </a:bodyPr>
          <a:lstStyle/>
          <a:p>
            <a:pPr>
              <a:spcAft>
                <a:spcPts val="600"/>
              </a:spcAft>
              <a:defRPr sz="1300"/>
            </a:pPr>
            <a:r>
              <a:t>● Model consistently identifies major landmarks (Shaniwar Wada, etc.)</a:t>
            </a:r>
          </a:p>
          <a:p>
            <a:pPr>
              <a:spcAft>
                <a:spcPts val="600"/>
              </a:spcAft>
              <a:defRPr sz="1300"/>
            </a:pPr>
            <a:r>
              <a:t>● Hazard detection works reliably for fire/smoke visual cues</a:t>
            </a:r>
          </a:p>
          <a:p>
            <a:pPr>
              <a:spcAft>
                <a:spcPts val="600"/>
              </a:spcAft>
              <a:defRPr sz="1300"/>
            </a:pPr>
            <a:r>
              <a:t>● Confidence values correlate well with scene clarity</a:t>
            </a:r>
          </a:p>
          <a:p>
            <a:pPr>
              <a:spcAft>
                <a:spcPts val="600"/>
              </a:spcAft>
              <a:defRPr sz="1300"/>
            </a:pPr>
            <a:r>
              <a:t>● Low-confidence outputs require better calibration</a:t>
            </a:r>
          </a:p>
          <a:p>
            <a:pPr>
              <a:spcAft>
                <a:spcPts val="600"/>
              </a:spcAft>
              <a:defRPr sz="1300"/>
            </a:pPr>
            <a:r>
              <a:t>● Fallback hazard escalation is safety-oriented but may increase false alerts</a:t>
            </a:r>
          </a:p>
          <a:p>
            <a:pPr>
              <a:spcAft>
                <a:spcPts val="600"/>
              </a:spcAft>
              <a:defRPr sz="1300"/>
            </a:pPr>
            <a:r>
              <a:t>● User-confirmed reporting creates clear accountability trail</a:t>
            </a:r>
          </a:p>
          <a:p>
            <a:pPr>
              <a:spcAft>
                <a:spcPts val="600"/>
              </a:spcAft>
              <a:defRPr sz="1300"/>
            </a:pPr>
            <a:r>
              <a:t>● Optimal for scenes with clear landmarks or visible hazards</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pic>
        <p:nvPicPr>
          <p:cNvPr id="491" name="Google Shape;491;p46" descr="C:\Users\DELL\Desktop\pccoer.jpg"/>
          <p:cNvPicPr preferRelativeResize="0"/>
          <p:nvPr/>
        </p:nvPicPr>
        <p:blipFill rotWithShape="1">
          <a:blip r:embed="rId3">
            <a:alphaModFix/>
          </a:blip>
          <a:srcRect/>
          <a:stretch/>
        </p:blipFill>
        <p:spPr>
          <a:xfrm>
            <a:off x="3657600" y="0"/>
            <a:ext cx="1371600" cy="771900"/>
          </a:xfrm>
          <a:prstGeom prst="rect">
            <a:avLst/>
          </a:prstGeom>
          <a:noFill/>
          <a:ln>
            <a:noFill/>
          </a:ln>
        </p:spPr>
      </p:pic>
      <p:nvGrpSpPr>
        <p:cNvPr id="1" name="Shape 488"/>
        <p:cNvGrpSpPr/>
        <p:nvPr/>
      </p:nvGrpSpPr>
      <p:grpSpPr>
        <a:xfrm>
          <a:off x="0" y="0"/>
          <a:ext cx="0" cy="0"/>
          <a:chOff x="0" y="0"/>
          <a:chExt cx="0" cy="0"/>
        </a:xfrm>
      </p:grpSpPr>
      <p:sp>
        <p:nvSpPr>
          <p:cNvPr id="492" name="TextBox 491"/>
          <p:cNvSpPr txBox="1"/>
          <p:nvPr/>
        </p:nvSpPr>
        <p:spPr>
          <a:xfrm>
            <a:off x="6300000" y="6588000"/>
            <a:ext cx="720000" cy="360000"/>
          </a:xfrm>
          <a:prstGeom prst="rect">
            <a:avLst/>
          </a:prstGeom>
          <a:noFill/>
        </p:spPr>
        <p:txBody>
          <a:bodyPr wrap="none">
            <a:spAutoFit/>
          </a:bodyPr>
          <a:lstStyle/>
          <a:p>
            <a:pPr>
              <a:defRPr sz="1100"/>
            </a:pPr>
            <a:r>
              <a:t>33</a:t>
            </a:r>
          </a:p>
        </p:txBody>
      </p:sp>
      <p:sp>
        <p:nvSpPr>
          <p:cNvPr id="493" name="TextBox 492"/>
          <p:cNvSpPr txBox="1"/>
          <p:nvPr/>
        </p:nvSpPr>
        <p:spPr>
          <a:xfrm>
            <a:off x="540000" y="180000"/>
            <a:ext cx="7920000" cy="720000"/>
          </a:xfrm>
          <a:prstGeom prst="rect">
            <a:avLst/>
          </a:prstGeom>
          <a:noFill/>
        </p:spPr>
        <p:txBody>
          <a:bodyPr wrap="square">
            <a:spAutoFit/>
          </a:bodyPr>
          <a:lstStyle/>
          <a:p>
            <a:pPr>
              <a:defRPr sz="2800" b="1">
                <a:solidFill>
                  <a:srgbClr val="1A3C6E"/>
                </a:solidFill>
              </a:defRPr>
            </a:pPr>
            <a:r>
              <a:t>Evaluation Metrics</a:t>
            </a:r>
          </a:p>
        </p:txBody>
      </p:sp>
      <p:sp>
        <p:nvSpPr>
          <p:cNvPr id="494" name="TextBox 493"/>
          <p:cNvSpPr txBox="1"/>
          <p:nvPr/>
        </p:nvSpPr>
        <p:spPr>
          <a:xfrm>
            <a:off x="540000" y="1080000"/>
            <a:ext cx="7920000" cy="5400000"/>
          </a:xfrm>
          <a:prstGeom prst="rect">
            <a:avLst/>
          </a:prstGeom>
          <a:noFill/>
        </p:spPr>
        <p:txBody>
          <a:bodyPr wrap="square">
            <a:spAutoFit/>
          </a:bodyPr>
          <a:lstStyle/>
          <a:p>
            <a:pPr>
              <a:spcAft>
                <a:spcPts val="600"/>
              </a:spcAft>
              <a:defRPr sz="1300"/>
            </a:pPr>
            <a:r>
              <a:t>● Primary: Risk-action consistency on manually verified samples</a:t>
            </a:r>
          </a:p>
          <a:p>
            <a:pPr>
              <a:spcAft>
                <a:spcPts val="600"/>
              </a:spcAft>
              <a:defRPr sz="1300"/>
            </a:pPr>
            <a:r>
              <a:t>  - Shaniwar Wada normal: Low risk → Learn More ✓</a:t>
            </a:r>
          </a:p>
          <a:p>
            <a:pPr>
              <a:spcAft>
                <a:spcPts val="600"/>
              </a:spcAft>
              <a:defRPr sz="1300"/>
            </a:pPr>
            <a:r>
              <a:t>  - Shaniwar Wada fire: High risk → Report ✓</a:t>
            </a:r>
          </a:p>
          <a:p>
            <a:pPr>
              <a:spcAft>
                <a:spcPts val="600"/>
              </a:spcAft>
              <a:defRPr sz="1300"/>
            </a:pPr>
          </a:p>
          <a:p>
            <a:pPr>
              <a:spcAft>
                <a:spcPts val="600"/>
              </a:spcAft>
              <a:defRPr sz="1300"/>
            </a:pPr>
            <a:r>
              <a:t>● Secondary metrics from run logs:</a:t>
            </a:r>
          </a:p>
          <a:p>
            <a:pPr>
              <a:spcAft>
                <a:spcPts val="600"/>
              </a:spcAft>
              <a:defRPr sz="1300"/>
            </a:pPr>
            <a:r>
              <a:t>  - Risk distribution (low/medium/high/uncertain)</a:t>
            </a:r>
          </a:p>
          <a:p>
            <a:pPr>
              <a:spcAft>
                <a:spcPts val="600"/>
              </a:spcAft>
              <a:defRPr sz="1300"/>
            </a:pPr>
            <a:r>
              <a:t>  - Confidence mean and range</a:t>
            </a:r>
          </a:p>
          <a:p>
            <a:pPr>
              <a:spcAft>
                <a:spcPts val="600"/>
              </a:spcAft>
              <a:defRPr sz="1300"/>
            </a:pPr>
            <a:r>
              <a:t>  - Confidence band distribution</a:t>
            </a:r>
          </a:p>
          <a:p>
            <a:pPr>
              <a:spcAft>
                <a:spcPts val="600"/>
              </a:spcAft>
              <a:defRPr sz="1300"/>
            </a:pPr>
            <a:r>
              <a:t>  - Incident logging rate</a:t>
            </a:r>
          </a:p>
          <a:p>
            <a:pPr>
              <a:spcAft>
                <a:spcPts val="600"/>
              </a:spcAft>
              <a:defRPr sz="1300"/>
            </a:pPr>
            <a:r>
              <a:t>  - Notification success rate</a:t>
            </a:r>
          </a:p>
          <a:p>
            <a:pPr>
              <a:spcAft>
                <a:spcPts val="600"/>
              </a:spcAft>
              <a:defRPr sz="1300"/>
            </a:pPr>
          </a:p>
          <a:p>
            <a:pPr>
              <a:spcAft>
                <a:spcPts val="600"/>
              </a:spcAft>
              <a:defRPr sz="1300"/>
            </a:pPr>
            <a:r>
              <a:t>● Metrics selected for operational relevance, not just location accuracy</a:t>
            </a:r>
          </a:p>
          <a:p>
            <a:pPr>
              <a:spcAft>
                <a:spcPts val="600"/>
              </a:spcAft>
              <a:defRPr sz="1300"/>
            </a:pPr>
            <a:r>
              <a:t>● Full precision/recall requires larger labelled dataset</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pic>
        <p:nvPicPr>
          <p:cNvPr id="533" name="Google Shape;533;p47" descr="C:\Users\DELL\Desktop\pccoer.jpg"/>
          <p:cNvPicPr preferRelativeResize="0"/>
          <p:nvPr/>
        </p:nvPicPr>
        <p:blipFill rotWithShape="1">
          <a:blip r:embed="rId3">
            <a:alphaModFix/>
          </a:blip>
          <a:srcRect/>
          <a:stretch/>
        </p:blipFill>
        <p:spPr>
          <a:xfrm>
            <a:off x="3657600" y="0"/>
            <a:ext cx="1371600" cy="910828"/>
          </a:xfrm>
          <a:prstGeom prst="rect">
            <a:avLst/>
          </a:prstGeom>
          <a:noFill/>
          <a:ln>
            <a:noFill/>
          </a:ln>
        </p:spPr>
      </p:pic>
      <p:nvGrpSpPr>
        <p:cNvPr id="1" name="Shape 529"/>
        <p:cNvGrpSpPr/>
        <p:nvPr/>
      </p:nvGrpSpPr>
      <p:grpSpPr>
        <a:xfrm>
          <a:off x="0" y="0"/>
          <a:ext cx="0" cy="0"/>
          <a:chOff x="0" y="0"/>
          <a:chExt cx="0" cy="0"/>
        </a:xfrm>
      </p:grpSpPr>
      <p:sp>
        <p:nvSpPr>
          <p:cNvPr id="534" name="TextBox 533"/>
          <p:cNvSpPr txBox="1"/>
          <p:nvPr/>
        </p:nvSpPr>
        <p:spPr>
          <a:xfrm>
            <a:off x="6300000" y="6588000"/>
            <a:ext cx="720000" cy="360000"/>
          </a:xfrm>
          <a:prstGeom prst="rect">
            <a:avLst/>
          </a:prstGeom>
          <a:noFill/>
        </p:spPr>
        <p:txBody>
          <a:bodyPr wrap="none">
            <a:spAutoFit/>
          </a:bodyPr>
          <a:lstStyle/>
          <a:p>
            <a:pPr>
              <a:defRPr sz="1100"/>
            </a:pPr>
            <a:r>
              <a:t>34</a:t>
            </a:r>
          </a:p>
        </p:txBody>
      </p:sp>
      <p:sp>
        <p:nvSpPr>
          <p:cNvPr id="535" name="TextBox 534"/>
          <p:cNvSpPr txBox="1"/>
          <p:nvPr/>
        </p:nvSpPr>
        <p:spPr>
          <a:xfrm>
            <a:off x="540000" y="180000"/>
            <a:ext cx="7920000" cy="720000"/>
          </a:xfrm>
          <a:prstGeom prst="rect">
            <a:avLst/>
          </a:prstGeom>
          <a:noFill/>
        </p:spPr>
        <p:txBody>
          <a:bodyPr wrap="square">
            <a:spAutoFit/>
          </a:bodyPr>
          <a:lstStyle/>
          <a:p>
            <a:pPr>
              <a:defRPr sz="2800" b="1">
                <a:solidFill>
                  <a:srgbClr val="1A3C6E"/>
                </a:solidFill>
              </a:defRPr>
            </a:pPr>
            <a:r>
              <a:t>System Limitations</a:t>
            </a:r>
          </a:p>
        </p:txBody>
      </p:sp>
      <p:sp>
        <p:nvSpPr>
          <p:cNvPr id="536" name="TextBox 535"/>
          <p:cNvSpPr txBox="1"/>
          <p:nvPr/>
        </p:nvSpPr>
        <p:spPr>
          <a:xfrm>
            <a:off x="540000" y="1152000"/>
            <a:ext cx="7920000" cy="5400000"/>
          </a:xfrm>
          <a:prstGeom prst="rect">
            <a:avLst/>
          </a:prstGeom>
          <a:noFill/>
        </p:spPr>
        <p:txBody>
          <a:bodyPr wrap="square">
            <a:spAutoFit/>
          </a:bodyPr>
          <a:lstStyle/>
          <a:p>
            <a:pPr>
              <a:spcAft>
                <a:spcPts val="600"/>
              </a:spcAft>
              <a:defRPr sz="1300"/>
            </a:pPr>
            <a:r>
              <a:t>● Evaluation dataset is limited to available project logs (22 runs)</a:t>
            </a:r>
          </a:p>
          <a:p>
            <a:pPr>
              <a:spcAft>
                <a:spcPts val="600"/>
              </a:spcAft>
              <a:defRPr sz="1300"/>
            </a:pPr>
            <a:r>
              <a:t>● System depends on Gemini API availability and accuracy</a:t>
            </a:r>
          </a:p>
          <a:p>
            <a:pPr>
              <a:spcAft>
                <a:spcPts val="600"/>
              </a:spcAft>
              <a:defRPr sz="1300"/>
            </a:pPr>
            <a:r>
              <a:t>● Hazard detection is not legal/forensic verification</a:t>
            </a:r>
          </a:p>
          <a:p>
            <a:pPr>
              <a:spcAft>
                <a:spcPts val="600"/>
              </a:spcAft>
              <a:defRPr sz="1300"/>
            </a:pPr>
            <a:r>
              <a:t>● Confidence scores need stronger calibration for production</a:t>
            </a:r>
          </a:p>
          <a:p>
            <a:pPr>
              <a:spcAft>
                <a:spcPts val="600"/>
              </a:spcAft>
              <a:defRPr sz="1300"/>
            </a:pPr>
            <a:r>
              <a:t>● No vector database retrieval for geospatial grounding yet</a:t>
            </a:r>
          </a:p>
          <a:p>
            <a:pPr>
              <a:spcAft>
                <a:spcPts val="600"/>
              </a:spcAft>
              <a:defRPr sz="1300"/>
            </a:pPr>
            <a:r>
              <a:t>● Hazard demos mainly fire-related; other types need testing</a:t>
            </a:r>
          </a:p>
          <a:p>
            <a:pPr>
              <a:spcAft>
                <a:spcPts val="600"/>
              </a:spcAft>
              <a:defRPr sz="1300"/>
            </a:pPr>
            <a:r>
              <a:t>● No production-grade authentication or RBAC implemented</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pic>
        <p:nvPicPr>
          <p:cNvPr id="542" name="Google Shape;542;p48" descr="C:\Users\DELL\Desktop\pccoer.jpg"/>
          <p:cNvPicPr preferRelativeResize="0"/>
          <p:nvPr/>
        </p:nvPicPr>
        <p:blipFill rotWithShape="1">
          <a:blip r:embed="rId3">
            <a:alphaModFix/>
          </a:blip>
          <a:srcRect/>
          <a:stretch/>
        </p:blipFill>
        <p:spPr>
          <a:xfrm>
            <a:off x="3657600" y="0"/>
            <a:ext cx="1371600" cy="771900"/>
          </a:xfrm>
          <a:prstGeom prst="rect">
            <a:avLst/>
          </a:prstGeom>
          <a:noFill/>
          <a:ln>
            <a:noFill/>
          </a:ln>
        </p:spPr>
      </p:pic>
      <p:nvGrpSpPr>
        <p:cNvPr id="1" name="Shape 538"/>
        <p:cNvGrpSpPr/>
        <p:nvPr/>
      </p:nvGrpSpPr>
      <p:grpSpPr>
        <a:xfrm>
          <a:off x="0" y="0"/>
          <a:ext cx="0" cy="0"/>
          <a:chOff x="0" y="0"/>
          <a:chExt cx="0" cy="0"/>
        </a:xfrm>
      </p:grpSpPr>
      <p:sp>
        <p:nvSpPr>
          <p:cNvPr id="543" name="TextBox 542"/>
          <p:cNvSpPr txBox="1"/>
          <p:nvPr/>
        </p:nvSpPr>
        <p:spPr>
          <a:xfrm>
            <a:off x="6300000" y="6588000"/>
            <a:ext cx="720000" cy="360000"/>
          </a:xfrm>
          <a:prstGeom prst="rect">
            <a:avLst/>
          </a:prstGeom>
          <a:noFill/>
        </p:spPr>
        <p:txBody>
          <a:bodyPr wrap="none">
            <a:spAutoFit/>
          </a:bodyPr>
          <a:lstStyle/>
          <a:p>
            <a:pPr>
              <a:defRPr sz="1100"/>
            </a:pPr>
            <a:r>
              <a:t>35</a:t>
            </a:r>
          </a:p>
        </p:txBody>
      </p:sp>
      <p:sp>
        <p:nvSpPr>
          <p:cNvPr id="544" name="TextBox 543"/>
          <p:cNvSpPr txBox="1"/>
          <p:nvPr/>
        </p:nvSpPr>
        <p:spPr>
          <a:xfrm>
            <a:off x="540000" y="180000"/>
            <a:ext cx="7920000" cy="720000"/>
          </a:xfrm>
          <a:prstGeom prst="rect">
            <a:avLst/>
          </a:prstGeom>
          <a:noFill/>
        </p:spPr>
        <p:txBody>
          <a:bodyPr wrap="square">
            <a:spAutoFit/>
          </a:bodyPr>
          <a:lstStyle/>
          <a:p>
            <a:pPr>
              <a:defRPr sz="2800" b="1">
                <a:solidFill>
                  <a:srgbClr val="1A3C6E"/>
                </a:solidFill>
              </a:defRPr>
            </a:pPr>
            <a:r>
              <a:t>Validation Summary</a:t>
            </a:r>
          </a:p>
        </p:txBody>
      </p:sp>
      <p:sp>
        <p:nvSpPr>
          <p:cNvPr id="545" name="TextBox 544"/>
          <p:cNvSpPr txBox="1"/>
          <p:nvPr/>
        </p:nvSpPr>
        <p:spPr>
          <a:xfrm>
            <a:off x="540000" y="1080000"/>
            <a:ext cx="7920000" cy="5400000"/>
          </a:xfrm>
          <a:prstGeom prst="rect">
            <a:avLst/>
          </a:prstGeom>
          <a:noFill/>
        </p:spPr>
        <p:txBody>
          <a:bodyPr wrap="square">
            <a:spAutoFit/>
          </a:bodyPr>
          <a:lstStyle/>
          <a:p>
            <a:pPr>
              <a:spcAft>
                <a:spcPts val="600"/>
              </a:spcAft>
              <a:defRPr sz="1300"/>
            </a:pPr>
            <a:r>
              <a:t>● 22 runs validated across normal and hazardous scenarios</a:t>
            </a:r>
          </a:p>
          <a:p>
            <a:pPr>
              <a:spcAft>
                <a:spcPts val="600"/>
              </a:spcAft>
              <a:defRPr sz="1300"/>
            </a:pPr>
            <a:r>
              <a:t>● 8/8 high-risk images correctly mapped to report action</a:t>
            </a:r>
          </a:p>
          <a:p>
            <a:pPr>
              <a:spcAft>
                <a:spcPts val="600"/>
              </a:spcAft>
              <a:defRPr sz="1300"/>
            </a:pPr>
            <a:r>
              <a:t>● 8/8 low-risk images correctly mapped to informational action</a:t>
            </a:r>
          </a:p>
          <a:p>
            <a:pPr>
              <a:spcAft>
                <a:spcPts val="600"/>
              </a:spcAft>
              <a:defRPr sz="1300"/>
            </a:pPr>
            <a:r>
              <a:t>● 6 uncertain cases correctly prompted for more context</a:t>
            </a:r>
          </a:p>
          <a:p>
            <a:pPr>
              <a:spcAft>
                <a:spcPts val="600"/>
              </a:spcAft>
              <a:defRPr sz="1300"/>
            </a:pPr>
            <a:r>
              <a:t>● Case-study accuracy: 100% (2/2 Shaniwar Wada samples)</a:t>
            </a:r>
          </a:p>
          <a:p>
            <a:pPr>
              <a:spcAft>
                <a:spcPts val="600"/>
              </a:spcAft>
              <a:defRPr sz="1300"/>
            </a:pPr>
            <a:r>
              <a:t>● Notification delivery success: 100% (3/3 when enabled)</a:t>
            </a:r>
          </a:p>
          <a:p>
            <a:pPr>
              <a:spcAft>
                <a:spcPts val="600"/>
              </a:spcAft>
              <a:defRPr sz="1300"/>
            </a:pPr>
            <a:r>
              <a:t>● All outputs, actions, incidents persisted and auditable</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pic>
        <p:nvPicPr>
          <p:cNvPr id="572" name="Google Shape;572;p49" descr="C:\Users\DELL\Desktop\pccoer.jpg"/>
          <p:cNvPicPr preferRelativeResize="0"/>
          <p:nvPr/>
        </p:nvPicPr>
        <p:blipFill rotWithShape="1">
          <a:blip r:embed="rId3">
            <a:alphaModFix/>
          </a:blip>
          <a:srcRect/>
          <a:stretch/>
        </p:blipFill>
        <p:spPr>
          <a:xfrm>
            <a:off x="3657600" y="0"/>
            <a:ext cx="1371600" cy="771900"/>
          </a:xfrm>
          <a:prstGeom prst="rect">
            <a:avLst/>
          </a:prstGeom>
          <a:noFill/>
          <a:ln>
            <a:noFill/>
          </a:ln>
        </p:spPr>
      </p:pic>
      <p:nvGrpSpPr>
        <p:cNvPr id="1" name="Shape 569"/>
        <p:cNvGrpSpPr/>
        <p:nvPr/>
      </p:nvGrpSpPr>
      <p:grpSpPr>
        <a:xfrm>
          <a:off x="0" y="0"/>
          <a:ext cx="0" cy="0"/>
          <a:chOff x="0" y="0"/>
          <a:chExt cx="0" cy="0"/>
        </a:xfrm>
      </p:grpSpPr>
      <p:sp>
        <p:nvSpPr>
          <p:cNvPr id="573" name="TextBox 572"/>
          <p:cNvSpPr txBox="1"/>
          <p:nvPr/>
        </p:nvSpPr>
        <p:spPr>
          <a:xfrm>
            <a:off x="6300000" y="6588000"/>
            <a:ext cx="720000" cy="360000"/>
          </a:xfrm>
          <a:prstGeom prst="rect">
            <a:avLst/>
          </a:prstGeom>
          <a:noFill/>
        </p:spPr>
        <p:txBody>
          <a:bodyPr wrap="none">
            <a:spAutoFit/>
          </a:bodyPr>
          <a:lstStyle/>
          <a:p>
            <a:pPr>
              <a:defRPr sz="1100"/>
            </a:pPr>
            <a:r>
              <a:t>36</a:t>
            </a:r>
          </a:p>
        </p:txBody>
      </p:sp>
      <p:sp>
        <p:nvSpPr>
          <p:cNvPr id="574" name="TextBox 573"/>
          <p:cNvSpPr txBox="1"/>
          <p:nvPr/>
        </p:nvSpPr>
        <p:spPr>
          <a:xfrm>
            <a:off x="540000" y="180000"/>
            <a:ext cx="7920000" cy="720000"/>
          </a:xfrm>
          <a:prstGeom prst="rect">
            <a:avLst/>
          </a:prstGeom>
          <a:noFill/>
        </p:spPr>
        <p:txBody>
          <a:bodyPr wrap="square">
            <a:spAutoFit/>
          </a:bodyPr>
          <a:lstStyle/>
          <a:p>
            <a:pPr>
              <a:defRPr sz="2800" b="1">
                <a:solidFill>
                  <a:srgbClr val="1A3C6E"/>
                </a:solidFill>
              </a:defRPr>
            </a:pPr>
            <a:r>
              <a:t>Testing Methodology</a:t>
            </a:r>
          </a:p>
        </p:txBody>
      </p:sp>
      <p:sp>
        <p:nvSpPr>
          <p:cNvPr id="575" name="TextBox 574"/>
          <p:cNvSpPr txBox="1"/>
          <p:nvPr/>
        </p:nvSpPr>
        <p:spPr>
          <a:xfrm>
            <a:off x="540000" y="1080000"/>
            <a:ext cx="7920000" cy="5400000"/>
          </a:xfrm>
          <a:prstGeom prst="rect">
            <a:avLst/>
          </a:prstGeom>
          <a:noFill/>
        </p:spPr>
        <p:txBody>
          <a:bodyPr wrap="square">
            <a:spAutoFit/>
          </a:bodyPr>
          <a:lstStyle/>
          <a:p>
            <a:pPr>
              <a:spcAft>
                <a:spcPts val="600"/>
              </a:spcAft>
              <a:defRPr sz="1300"/>
            </a:pPr>
            <a:r>
              <a:t>1. Upload supported image → verify analysis response</a:t>
            </a:r>
          </a:p>
          <a:p>
            <a:pPr>
              <a:spcAft>
                <a:spcPts val="600"/>
              </a:spcAft>
              <a:defRPr sz="1300"/>
            </a:pPr>
            <a:r>
              <a:t>2. Normal landmark image → verify low risk + Learn More action</a:t>
            </a:r>
          </a:p>
          <a:p>
            <a:pPr>
              <a:spcAft>
                <a:spcPts val="600"/>
              </a:spcAft>
              <a:defRPr sz="1300"/>
            </a:pPr>
            <a:r>
              <a:t>3. Hazardous image → verify high risk + Report action</a:t>
            </a:r>
          </a:p>
          <a:p>
            <a:pPr>
              <a:spcAft>
                <a:spcPts val="600"/>
              </a:spcAft>
              <a:defRPr sz="1300"/>
            </a:pPr>
            <a:r>
              <a:t>4. Verify uncertain/low-confidence → ask for context</a:t>
            </a:r>
          </a:p>
          <a:p>
            <a:pPr>
              <a:spcAft>
                <a:spcPts val="600"/>
              </a:spcAft>
              <a:defRPr sz="1300"/>
            </a:pPr>
            <a:r>
              <a:t>5. Report action → verify confirmation required</a:t>
            </a:r>
          </a:p>
          <a:p>
            <a:pPr>
              <a:spcAft>
                <a:spcPts val="600"/>
              </a:spcAft>
              <a:defRPr sz="1300"/>
            </a:pPr>
            <a:r>
              <a:t>6. Verify model outputs saved in SQLite</a:t>
            </a:r>
          </a:p>
          <a:p>
            <a:pPr>
              <a:spcAft>
                <a:spcPts val="600"/>
              </a:spcAft>
              <a:defRPr sz="1300"/>
            </a:pPr>
            <a:r>
              <a:t>7. Verify actions logged in SQLite</a:t>
            </a:r>
          </a:p>
          <a:p>
            <a:pPr>
              <a:spcAft>
                <a:spcPts val="600"/>
              </a:spcAft>
              <a:defRPr sz="1300"/>
            </a:pPr>
            <a:r>
              <a:t>8. Verify incidents created only after user confirmation</a:t>
            </a:r>
          </a:p>
          <a:p>
            <a:pPr>
              <a:spcAft>
                <a:spcPts val="600"/>
              </a:spcAft>
              <a:defRPr sz="1300"/>
            </a:pPr>
            <a:r>
              <a:t>9. Verify invalid model response → safe fallback</a:t>
            </a:r>
          </a:p>
          <a:p>
            <a:pPr>
              <a:spcAft>
                <a:spcPts val="600"/>
              </a:spcAft>
              <a:defRPr sz="1300"/>
            </a:pPr>
            <a:r>
              <a:t>10. Verify Learn More fetches external knowledge</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pic>
        <p:nvPicPr>
          <p:cNvPr id="581" name="Google Shape;581;p50" descr="C:\Users\DELL\Desktop\pccoer.jpg"/>
          <p:cNvPicPr preferRelativeResize="0"/>
          <p:nvPr/>
        </p:nvPicPr>
        <p:blipFill rotWithShape="1">
          <a:blip r:embed="rId3">
            <a:alphaModFix/>
          </a:blip>
          <a:srcRect/>
          <a:stretch/>
        </p:blipFill>
        <p:spPr>
          <a:xfrm>
            <a:off x="3657600" y="0"/>
            <a:ext cx="1371600" cy="910828"/>
          </a:xfrm>
          <a:prstGeom prst="rect">
            <a:avLst/>
          </a:prstGeom>
          <a:noFill/>
          <a:ln>
            <a:noFill/>
          </a:ln>
        </p:spPr>
      </p:pic>
      <p:nvGrpSpPr>
        <p:cNvPr id="1" name="Shape 577"/>
        <p:cNvGrpSpPr/>
        <p:nvPr/>
      </p:nvGrpSpPr>
      <p:grpSpPr>
        <a:xfrm>
          <a:off x="0" y="0"/>
          <a:ext cx="0" cy="0"/>
          <a:chOff x="0" y="0"/>
          <a:chExt cx="0" cy="0"/>
        </a:xfrm>
      </p:grpSpPr>
      <p:sp>
        <p:nvSpPr>
          <p:cNvPr id="582" name="TextBox 581"/>
          <p:cNvSpPr txBox="1"/>
          <p:nvPr/>
        </p:nvSpPr>
        <p:spPr>
          <a:xfrm>
            <a:off x="6300000" y="6588000"/>
            <a:ext cx="720000" cy="360000"/>
          </a:xfrm>
          <a:prstGeom prst="rect">
            <a:avLst/>
          </a:prstGeom>
          <a:noFill/>
        </p:spPr>
        <p:txBody>
          <a:bodyPr wrap="none">
            <a:spAutoFit/>
          </a:bodyPr>
          <a:lstStyle/>
          <a:p>
            <a:pPr>
              <a:defRPr sz="1100"/>
            </a:pPr>
            <a:r>
              <a:t>37</a:t>
            </a:r>
          </a:p>
        </p:txBody>
      </p:sp>
      <p:sp>
        <p:nvSpPr>
          <p:cNvPr id="583" name="TextBox 582"/>
          <p:cNvSpPr txBox="1"/>
          <p:nvPr/>
        </p:nvSpPr>
        <p:spPr>
          <a:xfrm>
            <a:off x="540000" y="180000"/>
            <a:ext cx="7920000" cy="720000"/>
          </a:xfrm>
          <a:prstGeom prst="rect">
            <a:avLst/>
          </a:prstGeom>
          <a:noFill/>
        </p:spPr>
        <p:txBody>
          <a:bodyPr wrap="square">
            <a:spAutoFit/>
          </a:bodyPr>
          <a:lstStyle/>
          <a:p>
            <a:pPr>
              <a:defRPr sz="2800" b="1">
                <a:solidFill>
                  <a:srgbClr val="1A3C6E"/>
                </a:solidFill>
              </a:defRPr>
            </a:pPr>
            <a:r>
              <a:t>Privacy, Security &amp; Ethics</a:t>
            </a:r>
          </a:p>
        </p:txBody>
      </p:sp>
      <p:sp>
        <p:nvSpPr>
          <p:cNvPr id="584" name="TextBox 583"/>
          <p:cNvSpPr txBox="1"/>
          <p:nvPr/>
        </p:nvSpPr>
        <p:spPr>
          <a:xfrm>
            <a:off x="540000" y="1080000"/>
            <a:ext cx="7920000" cy="5400000"/>
          </a:xfrm>
          <a:prstGeom prst="rect">
            <a:avLst/>
          </a:prstGeom>
          <a:noFill/>
        </p:spPr>
        <p:txBody>
          <a:bodyPr wrap="square">
            <a:spAutoFit/>
          </a:bodyPr>
          <a:lstStyle/>
          <a:p>
            <a:pPr>
              <a:spcAft>
                <a:spcPts val="600"/>
              </a:spcAft>
              <a:defRPr sz="1300"/>
            </a:pPr>
            <a:r>
              <a:t>● Privacy: Raw images not stored by default; image hashes used</a:t>
            </a:r>
          </a:p>
          <a:p>
            <a:pPr>
              <a:spcAft>
                <a:spcPts val="600"/>
              </a:spcAft>
              <a:defRPr sz="1300"/>
            </a:pPr>
            <a:r>
              <a:t>● Security: API keys stored in environment variables, never logged</a:t>
            </a:r>
          </a:p>
          <a:p>
            <a:pPr>
              <a:spcAft>
                <a:spcPts val="600"/>
              </a:spcAft>
              <a:defRPr sz="1300"/>
            </a:pPr>
            <a:r>
              <a:t>● Ethics: No automatic authority dispatch; user must confirm all reports</a:t>
            </a:r>
          </a:p>
          <a:p>
            <a:pPr>
              <a:spcAft>
                <a:spcPts val="600"/>
              </a:spcAft>
              <a:defRPr sz="1300"/>
            </a:pPr>
            <a:r>
              <a:t>● Data: All analysis records persist for audit and evaluation</a:t>
            </a:r>
          </a:p>
          <a:p>
            <a:pPr>
              <a:spcAft>
                <a:spcPts val="600"/>
              </a:spcAft>
              <a:defRPr sz="1300"/>
            </a:pPr>
            <a:r>
              <a:t>● Transparency: Model rationale shown alongside each decision</a:t>
            </a:r>
          </a:p>
          <a:p>
            <a:pPr>
              <a:spcAft>
                <a:spcPts val="600"/>
              </a:spcAft>
              <a:defRPr sz="1300"/>
            </a:pPr>
            <a:r>
              <a:t>● Safety: Conservative fallback for invalid or uncertain outputs</a:t>
            </a:r>
          </a:p>
          <a:p>
            <a:pPr>
              <a:spcAft>
                <a:spcPts val="600"/>
              </a:spcAft>
              <a:defRPr sz="1300"/>
            </a:pPr>
            <a:r>
              <a:t>● Compliance: Designed for academic demonstration and controlled use</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pic>
        <p:nvPicPr>
          <p:cNvPr id="590" name="Google Shape;590;p51" descr="C:\Users\DELL\Desktop\pccoer.jpg"/>
          <p:cNvPicPr preferRelativeResize="0"/>
          <p:nvPr/>
        </p:nvPicPr>
        <p:blipFill rotWithShape="1">
          <a:blip r:embed="rId3">
            <a:alphaModFix/>
          </a:blip>
          <a:srcRect/>
          <a:stretch/>
        </p:blipFill>
        <p:spPr>
          <a:xfrm>
            <a:off x="3657600" y="0"/>
            <a:ext cx="1371600" cy="910828"/>
          </a:xfrm>
          <a:prstGeom prst="rect">
            <a:avLst/>
          </a:prstGeom>
          <a:noFill/>
          <a:ln>
            <a:noFill/>
          </a:ln>
        </p:spPr>
      </p:pic>
      <p:nvGrpSpPr>
        <p:cNvPr id="1" name="Shape 587"/>
        <p:cNvGrpSpPr/>
        <p:nvPr/>
      </p:nvGrpSpPr>
      <p:grpSpPr>
        <a:xfrm>
          <a:off x="0" y="0"/>
          <a:ext cx="0" cy="0"/>
          <a:chOff x="0" y="0"/>
          <a:chExt cx="0" cy="0"/>
        </a:xfrm>
      </p:grpSpPr>
      <p:sp>
        <p:nvSpPr>
          <p:cNvPr id="591" name="TextBox 590"/>
          <p:cNvSpPr txBox="1"/>
          <p:nvPr/>
        </p:nvSpPr>
        <p:spPr>
          <a:xfrm>
            <a:off x="6300000" y="6588000"/>
            <a:ext cx="720000" cy="360000"/>
          </a:xfrm>
          <a:prstGeom prst="rect">
            <a:avLst/>
          </a:prstGeom>
          <a:noFill/>
        </p:spPr>
        <p:txBody>
          <a:bodyPr wrap="none">
            <a:spAutoFit/>
          </a:bodyPr>
          <a:lstStyle/>
          <a:p>
            <a:pPr>
              <a:defRPr sz="1100"/>
            </a:pPr>
            <a:r>
              <a:t>38</a:t>
            </a:r>
          </a:p>
        </p:txBody>
      </p:sp>
      <p:sp>
        <p:nvSpPr>
          <p:cNvPr id="592" name="TextBox 591"/>
          <p:cNvSpPr txBox="1"/>
          <p:nvPr/>
        </p:nvSpPr>
        <p:spPr>
          <a:xfrm>
            <a:off x="540000" y="180000"/>
            <a:ext cx="7920000" cy="720000"/>
          </a:xfrm>
          <a:prstGeom prst="rect">
            <a:avLst/>
          </a:prstGeom>
          <a:noFill/>
        </p:spPr>
        <p:txBody>
          <a:bodyPr wrap="square">
            <a:spAutoFit/>
          </a:bodyPr>
          <a:lstStyle/>
          <a:p>
            <a:pPr>
              <a:defRPr sz="2800" b="1">
                <a:solidFill>
                  <a:srgbClr val="1A3C6E"/>
                </a:solidFill>
              </a:defRPr>
            </a:pPr>
            <a:r>
              <a:t>Applications</a:t>
            </a:r>
          </a:p>
        </p:txBody>
      </p:sp>
      <p:sp>
        <p:nvSpPr>
          <p:cNvPr id="593" name="TextBox 592"/>
          <p:cNvSpPr txBox="1"/>
          <p:nvPr/>
        </p:nvSpPr>
        <p:spPr>
          <a:xfrm>
            <a:off x="540000" y="1152000"/>
            <a:ext cx="7920000" cy="5400000"/>
          </a:xfrm>
          <a:prstGeom prst="rect">
            <a:avLst/>
          </a:prstGeom>
          <a:noFill/>
        </p:spPr>
        <p:txBody>
          <a:bodyPr wrap="square">
            <a:spAutoFit/>
          </a:bodyPr>
          <a:lstStyle/>
          <a:p>
            <a:pPr>
              <a:spcAft>
                <a:spcPts val="600"/>
              </a:spcAft>
              <a:defRPr sz="1300"/>
            </a:pPr>
            <a:r>
              <a:t>● Tourist landmark explanation and learn-more assistance</a:t>
            </a:r>
          </a:p>
          <a:p>
            <a:pPr>
              <a:spcAft>
                <a:spcPts val="600"/>
              </a:spcAft>
              <a:defRPr sz="1300"/>
            </a:pPr>
            <a:r>
              <a:t>● Public safety awareness and guided incident reporting</a:t>
            </a:r>
          </a:p>
          <a:p>
            <a:pPr>
              <a:spcAft>
                <a:spcPts val="600"/>
              </a:spcAft>
              <a:defRPr sz="1300"/>
            </a:pPr>
            <a:r>
              <a:t>● Academic demonstration of multimodal LLM decision support</a:t>
            </a:r>
          </a:p>
          <a:p>
            <a:pPr>
              <a:spcAft>
                <a:spcPts val="600"/>
              </a:spcAft>
              <a:defRPr sz="1300"/>
            </a:pPr>
            <a:r>
              <a:t>● Image-based context retrieval for educational use</a:t>
            </a:r>
          </a:p>
          <a:p>
            <a:pPr>
              <a:spcAft>
                <a:spcPts val="600"/>
              </a:spcAft>
              <a:defRPr sz="1300"/>
            </a:pPr>
            <a:r>
              <a:t>● Smart city monitoring support with human verification</a:t>
            </a:r>
          </a:p>
          <a:p>
            <a:pPr>
              <a:spcAft>
                <a:spcPts val="600"/>
              </a:spcAft>
              <a:defRPr sz="1300"/>
            </a:pPr>
            <a:r>
              <a:t>● Disaster awareness prototypes for visible hazards</a:t>
            </a:r>
          </a:p>
          <a:p>
            <a:pPr>
              <a:spcAft>
                <a:spcPts val="600"/>
              </a:spcAft>
              <a:defRPr sz="1300"/>
            </a:pPr>
            <a:r>
              <a:t>● Digital verification workflows requiring image context</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pic>
        <p:nvPicPr>
          <p:cNvPr id="601" name="Google Shape;601;p52" descr="C:\Users\DELL\Desktop\pccoer.jpg"/>
          <p:cNvPicPr preferRelativeResize="0"/>
          <p:nvPr/>
        </p:nvPicPr>
        <p:blipFill rotWithShape="1">
          <a:blip r:embed="rId3">
            <a:alphaModFix/>
          </a:blip>
          <a:srcRect/>
          <a:stretch/>
        </p:blipFill>
        <p:spPr>
          <a:xfrm>
            <a:off x="3657600" y="0"/>
            <a:ext cx="1371600" cy="910828"/>
          </a:xfrm>
          <a:prstGeom prst="rect">
            <a:avLst/>
          </a:prstGeom>
          <a:noFill/>
          <a:ln>
            <a:noFill/>
          </a:ln>
        </p:spPr>
      </p:pic>
      <p:nvGrpSpPr>
        <p:cNvPr id="1" name="Shape 597"/>
        <p:cNvGrpSpPr/>
        <p:nvPr/>
      </p:nvGrpSpPr>
      <p:grpSpPr>
        <a:xfrm>
          <a:off x="0" y="0"/>
          <a:ext cx="0" cy="0"/>
          <a:chOff x="0" y="0"/>
          <a:chExt cx="0" cy="0"/>
        </a:xfrm>
      </p:grpSpPr>
      <p:sp>
        <p:nvSpPr>
          <p:cNvPr id="602" name="TextBox 601"/>
          <p:cNvSpPr txBox="1"/>
          <p:nvPr/>
        </p:nvSpPr>
        <p:spPr>
          <a:xfrm>
            <a:off x="6300000" y="6588000"/>
            <a:ext cx="720000" cy="360000"/>
          </a:xfrm>
          <a:prstGeom prst="rect">
            <a:avLst/>
          </a:prstGeom>
          <a:noFill/>
        </p:spPr>
        <p:txBody>
          <a:bodyPr wrap="none">
            <a:spAutoFit/>
          </a:bodyPr>
          <a:lstStyle/>
          <a:p>
            <a:pPr>
              <a:defRPr sz="1100"/>
            </a:pPr>
            <a:r>
              <a:t>39</a:t>
            </a:r>
          </a:p>
        </p:txBody>
      </p:sp>
      <p:sp>
        <p:nvSpPr>
          <p:cNvPr id="603" name="TextBox 602"/>
          <p:cNvSpPr txBox="1"/>
          <p:nvPr/>
        </p:nvSpPr>
        <p:spPr>
          <a:xfrm>
            <a:off x="540000" y="180000"/>
            <a:ext cx="7920000" cy="720000"/>
          </a:xfrm>
          <a:prstGeom prst="rect">
            <a:avLst/>
          </a:prstGeom>
          <a:noFill/>
        </p:spPr>
        <p:txBody>
          <a:bodyPr wrap="square">
            <a:spAutoFit/>
          </a:bodyPr>
          <a:lstStyle/>
          <a:p>
            <a:pPr>
              <a:defRPr sz="2800" b="1">
                <a:solidFill>
                  <a:srgbClr val="1A3C6E"/>
                </a:solidFill>
              </a:defRPr>
            </a:pPr>
            <a:r>
              <a:t>System Advantages</a:t>
            </a:r>
          </a:p>
        </p:txBody>
      </p:sp>
      <p:sp>
        <p:nvSpPr>
          <p:cNvPr id="604" name="TextBox 603"/>
          <p:cNvSpPr txBox="1"/>
          <p:nvPr/>
        </p:nvSpPr>
        <p:spPr>
          <a:xfrm>
            <a:off x="540000" y="1152000"/>
            <a:ext cx="7920000" cy="5400000"/>
          </a:xfrm>
          <a:prstGeom prst="rect">
            <a:avLst/>
          </a:prstGeom>
          <a:noFill/>
        </p:spPr>
        <p:txBody>
          <a:bodyPr wrap="square">
            <a:spAutoFit/>
          </a:bodyPr>
          <a:lstStyle/>
          <a:p>
            <a:pPr>
              <a:spcAft>
                <a:spcPts val="600"/>
              </a:spcAft>
              <a:defRPr sz="1300"/>
            </a:pPr>
            <a:r>
              <a:t>● Multimodal understanding with structured JSON output</a:t>
            </a:r>
          </a:p>
          <a:p>
            <a:pPr>
              <a:spcAft>
                <a:spcPts val="600"/>
              </a:spcAft>
              <a:defRPr sz="1300"/>
            </a:pPr>
            <a:r>
              <a:t>● Risk-aware actions based on confidence and hazard detection</a:t>
            </a:r>
          </a:p>
          <a:p>
            <a:pPr>
              <a:spcAft>
                <a:spcPts val="600"/>
              </a:spcAft>
              <a:defRPr sz="1300"/>
            </a:pPr>
            <a:r>
              <a:t>● Human-in-the-loop: all reports require explicit confirmation</a:t>
            </a:r>
          </a:p>
          <a:p>
            <a:pPr>
              <a:spcAft>
                <a:spcPts val="600"/>
              </a:spcAft>
              <a:defRPr sz="1300"/>
            </a:pPr>
            <a:r>
              <a:t>● Complete audit trail for all decisions and actions</a:t>
            </a:r>
          </a:p>
          <a:p>
            <a:pPr>
              <a:spcAft>
                <a:spcPts val="600"/>
              </a:spcAft>
              <a:defRPr sz="1300"/>
            </a:pPr>
            <a:r>
              <a:t>● Privacy-conscious: image hashes instead of raw storage</a:t>
            </a:r>
          </a:p>
          <a:p>
            <a:pPr>
              <a:spcAft>
                <a:spcPts val="600"/>
              </a:spcAft>
              <a:defRPr sz="1300"/>
            </a:pPr>
            <a:r>
              <a:t>● Safe fallback for invalid or low-confidence outputs</a:t>
            </a:r>
          </a:p>
          <a:p>
            <a:pPr>
              <a:spcAft>
                <a:spcPts val="600"/>
              </a:spcAft>
              <a:defRPr sz="1300"/>
            </a:pPr>
            <a:r>
              <a:t>● Extensible architecture for additional models/providers</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pic>
        <p:nvPicPr>
          <p:cNvPr id="610" name="Google Shape;610;p53" descr="C:\Users\DELL\Desktop\pccoer.jpg"/>
          <p:cNvPicPr preferRelativeResize="0"/>
          <p:nvPr/>
        </p:nvPicPr>
        <p:blipFill rotWithShape="1">
          <a:blip r:embed="rId3">
            <a:alphaModFix/>
          </a:blip>
          <a:srcRect/>
          <a:stretch/>
        </p:blipFill>
        <p:spPr>
          <a:xfrm>
            <a:off x="3657600" y="0"/>
            <a:ext cx="1371600" cy="910828"/>
          </a:xfrm>
          <a:prstGeom prst="rect">
            <a:avLst/>
          </a:prstGeom>
          <a:noFill/>
          <a:ln>
            <a:noFill/>
          </a:ln>
        </p:spPr>
      </p:pic>
      <p:nvGrpSpPr>
        <p:cNvPr id="1" name="Shape 606"/>
        <p:cNvGrpSpPr/>
        <p:nvPr/>
      </p:nvGrpSpPr>
      <p:grpSpPr>
        <a:xfrm>
          <a:off x="0" y="0"/>
          <a:ext cx="0" cy="0"/>
          <a:chOff x="0" y="0"/>
          <a:chExt cx="0" cy="0"/>
        </a:xfrm>
      </p:grpSpPr>
      <p:sp>
        <p:nvSpPr>
          <p:cNvPr id="611" name="TextBox 610"/>
          <p:cNvSpPr txBox="1"/>
          <p:nvPr/>
        </p:nvSpPr>
        <p:spPr>
          <a:xfrm>
            <a:off x="6300000" y="6588000"/>
            <a:ext cx="720000" cy="360000"/>
          </a:xfrm>
          <a:prstGeom prst="rect">
            <a:avLst/>
          </a:prstGeom>
          <a:noFill/>
        </p:spPr>
        <p:txBody>
          <a:bodyPr wrap="none">
            <a:spAutoFit/>
          </a:bodyPr>
          <a:lstStyle/>
          <a:p>
            <a:pPr>
              <a:defRPr sz="1100"/>
            </a:pPr>
            <a:r>
              <a:t>40</a:t>
            </a:r>
          </a:p>
        </p:txBody>
      </p:sp>
      <p:sp>
        <p:nvSpPr>
          <p:cNvPr id="612" name="TextBox 611"/>
          <p:cNvSpPr txBox="1"/>
          <p:nvPr/>
        </p:nvSpPr>
        <p:spPr>
          <a:xfrm>
            <a:off x="540000" y="180000"/>
            <a:ext cx="7920000" cy="720000"/>
          </a:xfrm>
          <a:prstGeom prst="rect">
            <a:avLst/>
          </a:prstGeom>
          <a:noFill/>
        </p:spPr>
        <p:txBody>
          <a:bodyPr wrap="square">
            <a:spAutoFit/>
          </a:bodyPr>
          <a:lstStyle/>
          <a:p>
            <a:pPr>
              <a:defRPr sz="2800" b="1">
                <a:solidFill>
                  <a:srgbClr val="1A3C6E"/>
                </a:solidFill>
              </a:defRPr>
            </a:pPr>
            <a:r>
              <a:t>Responsible AI Design</a:t>
            </a:r>
          </a:p>
        </p:txBody>
      </p:sp>
      <p:sp>
        <p:nvSpPr>
          <p:cNvPr id="613" name="TextBox 612"/>
          <p:cNvSpPr txBox="1"/>
          <p:nvPr/>
        </p:nvSpPr>
        <p:spPr>
          <a:xfrm>
            <a:off x="540000" y="1152000"/>
            <a:ext cx="7920000" cy="5400000"/>
          </a:xfrm>
          <a:prstGeom prst="rect">
            <a:avLst/>
          </a:prstGeom>
          <a:noFill/>
        </p:spPr>
        <p:txBody>
          <a:bodyPr wrap="square">
            <a:spAutoFit/>
          </a:bodyPr>
          <a:lstStyle/>
          <a:p>
            <a:pPr>
              <a:spcAft>
                <a:spcPts val="600"/>
              </a:spcAft>
              <a:defRPr sz="1300"/>
            </a:pPr>
            <a:r>
              <a:t>● No automatic authority dispatch - human always in control</a:t>
            </a:r>
          </a:p>
          <a:p>
            <a:pPr>
              <a:spcAft>
                <a:spcPts val="600"/>
              </a:spcAft>
              <a:defRPr sz="1300"/>
            </a:pPr>
            <a:r>
              <a:t>● Transparent rationale shown alongside every decision</a:t>
            </a:r>
          </a:p>
          <a:p>
            <a:pPr>
              <a:spcAft>
                <a:spcPts val="600"/>
              </a:spcAft>
              <a:defRPr sz="1300"/>
            </a:pPr>
            <a:r>
              <a:t>● Conservative safety fallback for uncertain or invalid outputs</a:t>
            </a:r>
          </a:p>
          <a:p>
            <a:pPr>
              <a:spcAft>
                <a:spcPts val="600"/>
              </a:spcAft>
              <a:defRPr sz="1300"/>
            </a:pPr>
            <a:r>
              <a:t>● Full persistence enables audit and accountability</a:t>
            </a:r>
          </a:p>
          <a:p>
            <a:pPr>
              <a:spcAft>
                <a:spcPts val="600"/>
              </a:spcAft>
              <a:defRPr sz="1300"/>
            </a:pPr>
            <a:r>
              <a:t>● Privacy-first: raw images not stored by default</a:t>
            </a:r>
          </a:p>
          <a:p>
            <a:pPr>
              <a:spcAft>
                <a:spcPts val="600"/>
              </a:spcAft>
              <a:defRPr sz="1300"/>
            </a:pPr>
            <a:r>
              <a:t>● Environment-gated notifications (opt-in only)</a:t>
            </a:r>
          </a:p>
          <a:p>
            <a:pPr>
              <a:spcAft>
                <a:spcPts val="600"/>
              </a:spcAft>
              <a:defRPr sz="1300"/>
            </a:pPr>
            <a:r>
              <a:t>● Designed for academic demonstration and controlled use</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616"/>
        <p:cNvGrpSpPr/>
        <p:nvPr/>
      </p:nvGrpSpPr>
      <p:grpSpPr>
        <a:xfrm>
          <a:off x="0" y="0"/>
          <a:ext cx="0" cy="0"/>
          <a:chOff x="0" y="0"/>
          <a:chExt cx="0" cy="0"/>
        </a:xfrm>
      </p:grpSpPr>
      <p:sp>
        <p:nvSpPr>
          <p:cNvPr id="2" name="TextBox 1"/>
          <p:cNvSpPr txBox="1"/>
          <p:nvPr/>
        </p:nvSpPr>
        <p:spPr>
          <a:xfrm>
            <a:off x="6300000" y="6588000"/>
            <a:ext cx="720000" cy="360000"/>
          </a:xfrm>
          <a:prstGeom prst="rect">
            <a:avLst/>
          </a:prstGeom>
          <a:noFill/>
        </p:spPr>
        <p:txBody>
          <a:bodyPr wrap="none">
            <a:spAutoFit/>
          </a:bodyPr>
          <a:lstStyle/>
          <a:p>
            <a:pPr>
              <a:defRPr sz="1100"/>
            </a:pPr>
            <a:r>
              <a:t>41</a:t>
            </a:r>
          </a:p>
        </p:txBody>
      </p:sp>
      <p:sp>
        <p:nvSpPr>
          <p:cNvPr id="3" name="TextBox 2"/>
          <p:cNvSpPr txBox="1"/>
          <p:nvPr/>
        </p:nvSpPr>
        <p:spPr>
          <a:xfrm>
            <a:off x="540000" y="180000"/>
            <a:ext cx="7920000" cy="720000"/>
          </a:xfrm>
          <a:prstGeom prst="rect">
            <a:avLst/>
          </a:prstGeom>
          <a:noFill/>
        </p:spPr>
        <p:txBody>
          <a:bodyPr wrap="square">
            <a:spAutoFit/>
          </a:bodyPr>
          <a:lstStyle/>
          <a:p>
            <a:pPr>
              <a:defRPr sz="2800" b="1">
                <a:solidFill>
                  <a:srgbClr val="1A3C6E"/>
                </a:solidFill>
              </a:defRPr>
            </a:pPr>
            <a:r>
              <a:t>Future Work</a:t>
            </a:r>
          </a:p>
        </p:txBody>
      </p:sp>
      <p:sp>
        <p:nvSpPr>
          <p:cNvPr id="4" name="TextBox 3"/>
          <p:cNvSpPr txBox="1"/>
          <p:nvPr/>
        </p:nvSpPr>
        <p:spPr>
          <a:xfrm>
            <a:off x="540000" y="1080000"/>
            <a:ext cx="7920000" cy="5400000"/>
          </a:xfrm>
          <a:prstGeom prst="rect">
            <a:avLst/>
          </a:prstGeom>
          <a:noFill/>
        </p:spPr>
        <p:txBody>
          <a:bodyPr wrap="square">
            <a:spAutoFit/>
          </a:bodyPr>
          <a:lstStyle/>
          <a:p>
            <a:pPr>
              <a:spcAft>
                <a:spcPts val="600"/>
              </a:spcAft>
              <a:defRPr sz="1300"/>
            </a:pPr>
            <a:r>
              <a:t>● Vector retrieval and embedding-based search for geospatial accuracy</a:t>
            </a:r>
          </a:p>
          <a:p>
            <a:pPr>
              <a:spcAft>
                <a:spcPts val="600"/>
              </a:spcAft>
              <a:defRPr sz="1300"/>
            </a:pPr>
            <a:r>
              <a:t>● Integration of dedicated OCR subsystem for text-in-scene extraction</a:t>
            </a:r>
          </a:p>
          <a:p>
            <a:pPr>
              <a:spcAft>
                <a:spcPts val="600"/>
              </a:spcAft>
              <a:defRPr sz="1300"/>
            </a:pPr>
            <a:r>
              <a:t>● Confidence calibration improvement using conformal prediction</a:t>
            </a:r>
          </a:p>
          <a:p>
            <a:pPr>
              <a:spcAft>
                <a:spcPts val="600"/>
              </a:spcAft>
              <a:defRPr sz="1300"/>
            </a:pPr>
            <a:r>
              <a:t>● Expanded hazard categories beyond fire (flood, accident, collapse, etc.)</a:t>
            </a:r>
          </a:p>
          <a:p>
            <a:pPr>
              <a:spcAft>
                <a:spcPts val="600"/>
              </a:spcAft>
              <a:defRPr sz="1300"/>
            </a:pPr>
            <a:r>
              <a:t>● Role-based access control and expert incident review workflows</a:t>
            </a:r>
          </a:p>
          <a:p>
            <a:pPr>
              <a:spcAft>
                <a:spcPts val="600"/>
              </a:spcAft>
              <a:defRPr sz="1300"/>
            </a:pPr>
            <a:r>
              <a:t>● Real-time dashboard analytics for safety teams</a:t>
            </a:r>
          </a:p>
          <a:p>
            <a:pPr>
              <a:spcAft>
                <a:spcPts val="600"/>
              </a:spcAft>
              <a:defRPr sz="1300"/>
            </a:pPr>
            <a:r>
              <a:t>● Larger independently labelled evaluation dataset for precision/recall</a:t>
            </a:r>
          </a:p>
          <a:p>
            <a:pPr>
              <a:spcAft>
                <a:spcPts val="600"/>
              </a:spcAft>
              <a:defRPr sz="1300"/>
            </a:pPr>
            <a:r>
              <a:t>● Support for additional multimodal models (LLaVA, BLIP-2, etc.)</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624"/>
        <p:cNvGrpSpPr/>
        <p:nvPr/>
      </p:nvGrpSpPr>
      <p:grpSpPr>
        <a:xfrm>
          <a:off x="0" y="0"/>
          <a:ext cx="0" cy="0"/>
          <a:chOff x="0" y="0"/>
          <a:chExt cx="0" cy="0"/>
        </a:xfrm>
      </p:grpSpPr>
      <p:sp>
        <p:nvSpPr>
          <p:cNvPr id="2" name="TextBox 1"/>
          <p:cNvSpPr txBox="1"/>
          <p:nvPr/>
        </p:nvSpPr>
        <p:spPr>
          <a:xfrm>
            <a:off x="6300000" y="6588000"/>
            <a:ext cx="720000" cy="360000"/>
          </a:xfrm>
          <a:prstGeom prst="rect">
            <a:avLst/>
          </a:prstGeom>
          <a:noFill/>
        </p:spPr>
        <p:txBody>
          <a:bodyPr wrap="none">
            <a:spAutoFit/>
          </a:bodyPr>
          <a:lstStyle/>
          <a:p>
            <a:pPr>
              <a:defRPr sz="1100"/>
            </a:pPr>
            <a:r>
              <a:t>42</a:t>
            </a:r>
          </a:p>
        </p:txBody>
      </p:sp>
      <p:sp>
        <p:nvSpPr>
          <p:cNvPr id="3" name="TextBox 2"/>
          <p:cNvSpPr txBox="1"/>
          <p:nvPr/>
        </p:nvSpPr>
        <p:spPr>
          <a:xfrm>
            <a:off x="540000" y="180000"/>
            <a:ext cx="7920000" cy="720000"/>
          </a:xfrm>
          <a:prstGeom prst="rect">
            <a:avLst/>
          </a:prstGeom>
          <a:noFill/>
        </p:spPr>
        <p:txBody>
          <a:bodyPr wrap="square">
            <a:spAutoFit/>
          </a:bodyPr>
          <a:lstStyle/>
          <a:p>
            <a:pPr>
              <a:defRPr sz="2800" b="1">
                <a:solidFill>
                  <a:srgbClr val="1A3C6E"/>
                </a:solidFill>
              </a:defRPr>
            </a:pPr>
            <a:r>
              <a:t>Publications &amp; Outcomes</a:t>
            </a:r>
          </a:p>
        </p:txBody>
      </p:sp>
      <p:sp>
        <p:nvSpPr>
          <p:cNvPr id="4" name="TextBox 3"/>
          <p:cNvSpPr txBox="1"/>
          <p:nvPr/>
        </p:nvSpPr>
        <p:spPr>
          <a:xfrm>
            <a:off x="540000" y="1080000"/>
            <a:ext cx="7920000" cy="5400000"/>
          </a:xfrm>
          <a:prstGeom prst="rect">
            <a:avLst/>
          </a:prstGeom>
          <a:noFill/>
        </p:spPr>
        <p:txBody>
          <a:bodyPr wrap="square">
            <a:spAutoFit/>
          </a:bodyPr>
          <a:lstStyle/>
          <a:p>
            <a:pPr>
              <a:spcAft>
                <a:spcPts val="600"/>
              </a:spcAft>
              <a:defRPr sz="1400"/>
            </a:pPr>
            <a:r>
              <a:t>Research Papers:</a:t>
            </a:r>
          </a:p>
          <a:p>
            <a:pPr>
              <a:spcAft>
                <a:spcPts val="600"/>
              </a:spcAft>
              <a:defRPr sz="1400"/>
            </a:pPr>
          </a:p>
          <a:p>
            <a:pPr>
              <a:spcAft>
                <a:spcPts val="600"/>
              </a:spcAft>
              <a:defRPr sz="1300"/>
            </a:pPr>
            <a:r>
              <a:t>● International Conference on Interdisciplinary Technology &amp; Science</a:t>
            </a:r>
          </a:p>
          <a:p>
            <a:pPr>
              <a:spcAft>
                <a:spcPts val="600"/>
              </a:spcAft>
              <a:defRPr sz="1400"/>
            </a:pPr>
            <a:r>
              <a:t>Convergence (FusionX Global) — Scitepress</a:t>
            </a:r>
          </a:p>
          <a:p>
            <a:pPr>
              <a:spcAft>
                <a:spcPts val="600"/>
              </a:spcAft>
              <a:defRPr sz="1400"/>
            </a:pPr>
            <a:r>
              <a:t>Status: Accepted and Presented</a:t>
            </a:r>
          </a:p>
          <a:p>
            <a:pPr>
              <a:spcAft>
                <a:spcPts val="600"/>
              </a:spcAft>
              <a:defRPr sz="1400"/>
            </a:pPr>
          </a:p>
          <a:p>
            <a:pPr>
              <a:spcAft>
                <a:spcPts val="600"/>
              </a:spcAft>
              <a:defRPr sz="1300"/>
            </a:pPr>
            <a:r>
              <a:t>● 2026 International Conference on Emerging Smart Computing</a:t>
            </a:r>
          </a:p>
          <a:p>
            <a:pPr>
              <a:spcAft>
                <a:spcPts val="600"/>
              </a:spcAft>
              <a:defRPr sz="1400"/>
            </a:pPr>
            <a:r>
              <a:t>and Informatics (ESCI) — IEEE</a:t>
            </a:r>
          </a:p>
          <a:p>
            <a:pPr>
              <a:spcAft>
                <a:spcPts val="600"/>
              </a:spcAft>
              <a:defRPr sz="1400"/>
            </a:pPr>
            <a:r>
              <a:t>Status: Accepted and Published</a:t>
            </a:r>
          </a:p>
          <a:p>
            <a:pPr>
              <a:spcAft>
                <a:spcPts val="600"/>
              </a:spcAft>
              <a:defRPr sz="1400"/>
            </a:pPr>
          </a:p>
          <a:p>
            <a:pPr>
              <a:spcAft>
                <a:spcPts val="600"/>
              </a:spcAft>
              <a:defRPr sz="1300"/>
            </a:pPr>
            <a:r>
              <a:t>● Research Paper: Image Geolocation and Hazard-Aware Response</a:t>
            </a:r>
          </a:p>
          <a:p>
            <a:pPr>
              <a:spcAft>
                <a:spcPts val="600"/>
              </a:spcAft>
              <a:defRPr sz="1400"/>
            </a:pPr>
            <a:r>
              <a:t>Using Multimodal Large Language Models (MLLMs)</a:t>
            </a:r>
          </a:p>
          <a:p>
            <a:pPr>
              <a:spcAft>
                <a:spcPts val="600"/>
              </a:spcAft>
              <a:defRPr sz="1400"/>
            </a:pPr>
          </a:p>
          <a:p>
            <a:pPr>
              <a:spcAft>
                <a:spcPts val="600"/>
              </a:spcAft>
              <a:defRPr sz="1400"/>
            </a:pPr>
            <a:r>
              <a:t>Project Deliverables:</a:t>
            </a:r>
          </a:p>
          <a:p>
            <a:pPr>
              <a:spcAft>
                <a:spcPts val="600"/>
              </a:spcAft>
              <a:defRPr sz="1300"/>
            </a:pPr>
            <a:r>
              <a:t>● Web application with image upload, analysis, and action workflow</a:t>
            </a:r>
          </a:p>
          <a:p>
            <a:pPr>
              <a:spcAft>
                <a:spcPts val="600"/>
              </a:spcAft>
              <a:defRPr sz="1300"/>
            </a:pPr>
            <a:r>
              <a:t>● SQLite database with audit logs</a:t>
            </a:r>
          </a:p>
          <a:p>
            <a:pPr>
              <a:spcAft>
                <a:spcPts val="600"/>
              </a:spcAft>
              <a:defRPr sz="1300"/>
            </a:pPr>
            <a:r>
              <a:t>● Risk policy engine with deterministic action mapping</a:t>
            </a:r>
          </a:p>
          <a:p>
            <a:pPr>
              <a:spcAft>
                <a:spcPts val="600"/>
              </a:spcAft>
              <a:defRPr sz="1300"/>
            </a:pPr>
            <a:r>
              <a:t>● Full project report and documentation</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647"/>
        <p:cNvGrpSpPr/>
        <p:nvPr/>
      </p:nvGrpSpPr>
      <p:grpSpPr>
        <a:xfrm>
          <a:off x="0" y="0"/>
          <a:ext cx="0" cy="0"/>
          <a:chOff x="0" y="0"/>
          <a:chExt cx="0" cy="0"/>
        </a:xfrm>
      </p:grpSpPr>
      <p:sp>
        <p:nvSpPr>
          <p:cNvPr id="648" name="Google Shape;648;p56"/>
          <p:cNvSpPr txBox="1"/>
          <p:nvPr/>
        </p:nvSpPr>
        <p:spPr>
          <a:xfrm>
            <a:off x="0" y="914400"/>
            <a:ext cx="9144000" cy="57000"/>
          </a:xfrm>
          <a:prstGeom prst="rect">
            <a:avLst/>
          </a:prstGeom>
          <a:solidFill>
            <a:schemeClr val="accent2">
              <a:alpha val="48240"/>
            </a:schemeClr>
          </a:solidFill>
          <a:ln w="25400" cap="flat" cmpd="sng">
            <a:solidFill>
              <a:srgbClr val="A0D3E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800"/>
              <a:buFont typeface="Arial"/>
              <a:buNone/>
            </a:pPr>
            <a:endParaRPr sz="1800" b="0" i="0" u="none" strike="noStrike" cap="none">
              <a:solidFill>
                <a:schemeClr val="dk1"/>
              </a:solidFill>
              <a:latin typeface="Arial"/>
              <a:ea typeface="Arial"/>
              <a:cs typeface="Arial"/>
              <a:sym typeface="Arial"/>
            </a:endParaRPr>
          </a:p>
        </p:txBody>
      </p:sp>
      <p:sp>
        <p:nvSpPr>
          <p:cNvPr id="649" name="Google Shape;649;p56"/>
          <p:cNvSpPr txBox="1"/>
          <p:nvPr/>
        </p:nvSpPr>
        <p:spPr>
          <a:xfrm>
            <a:off x="124690" y="1026650"/>
            <a:ext cx="8894700" cy="3864900"/>
          </a:xfrm>
          <a:prstGeom prst="rect">
            <a:avLst/>
          </a:prstGeom>
          <a:noFill/>
          <a:ln>
            <a:noFill/>
          </a:ln>
        </p:spPr>
        <p:txBody>
          <a:bodyPr spcFirstLastPara="1" wrap="square" lIns="91425" tIns="45700" rIns="91425" bIns="45700" anchor="t" anchorCtr="0">
            <a:noAutofit/>
          </a:bodyPr>
          <a:lstStyle/>
          <a:p>
            <a:pPr marL="114300" marR="0" lvl="0" indent="0" algn="just" rtl="0">
              <a:lnSpc>
                <a:spcPct val="115000"/>
              </a:lnSpc>
              <a:spcBef>
                <a:spcPts val="1200"/>
              </a:spcBef>
              <a:spcAft>
                <a:spcPts val="0"/>
              </a:spcAft>
              <a:buClr>
                <a:srgbClr val="000000"/>
              </a:buClr>
              <a:buSzPts val="2200"/>
              <a:buFont typeface="Arial"/>
              <a:buNone/>
            </a:pPr>
            <a:r>
              <a:rPr lang="en-GB" sz="2200" b="1" i="0" u="none" strike="noStrike" cap="none" dirty="0">
                <a:solidFill>
                  <a:schemeClr val="dk1"/>
                </a:solidFill>
                <a:latin typeface="Times New Roman"/>
                <a:ea typeface="Times New Roman"/>
                <a:cs typeface="Times New Roman"/>
                <a:sym typeface="Times New Roman"/>
              </a:rPr>
              <a:t>RESULT:</a:t>
            </a:r>
            <a:endParaRPr sz="1400" b="0" i="0" u="none" strike="noStrike" cap="none" dirty="0">
              <a:solidFill>
                <a:schemeClr val="dk1"/>
              </a:solidFill>
              <a:latin typeface="Times New Roman"/>
              <a:ea typeface="Times New Roman"/>
              <a:cs typeface="Times New Roman"/>
              <a:sym typeface="Times New Roman"/>
            </a:endParaRPr>
          </a:p>
          <a:p>
            <a:r>
              <a:rPr lang="en-IN" sz="1800" dirty="0"/>
              <a:t>The developed system successfully </a:t>
            </a:r>
            <a:r>
              <a:rPr lang="en-IN" sz="1800" dirty="0" err="1"/>
              <a:t>analyzes</a:t>
            </a:r>
            <a:r>
              <a:rPr lang="en-IN" sz="1800" dirty="0"/>
              <a:t> uploaded images using the Gemini 2.5 Flash multimodal model to generate accurate scene descriptions, identify landmarks, and estimate the probable geographical location. It effectively classifies the risk level of the </a:t>
            </a:r>
            <a:r>
              <a:rPr lang="en-IN" sz="1800" dirty="0" err="1"/>
              <a:t>analyzed</a:t>
            </a:r>
            <a:r>
              <a:rPr lang="en-IN" sz="1800" dirty="0"/>
              <a:t> image and provides appropriate actions such as </a:t>
            </a:r>
            <a:r>
              <a:rPr lang="en-IN" sz="1800" b="1" dirty="0"/>
              <a:t>Learn More</a:t>
            </a:r>
            <a:r>
              <a:rPr lang="en-IN" sz="1800" dirty="0"/>
              <a:t>, </a:t>
            </a:r>
            <a:r>
              <a:rPr lang="en-IN" sz="1800" b="1" dirty="0"/>
              <a:t>Open Map</a:t>
            </a:r>
            <a:r>
              <a:rPr lang="en-IN" sz="1800" dirty="0"/>
              <a:t>, or </a:t>
            </a:r>
            <a:r>
              <a:rPr lang="en-IN" sz="1800" b="1" dirty="0"/>
              <a:t>Report Incident</a:t>
            </a:r>
            <a:r>
              <a:rPr lang="en-IN" sz="1800" dirty="0"/>
              <a:t> based on the detected context. The system also securely stores all model outputs, user actions, and confirmed incident reports in the SQLite database, ensuring reliable performance, traceability, and auditability.</a:t>
            </a:r>
          </a:p>
          <a:p>
            <a:pPr marL="457200" marR="0" lvl="0" indent="0" algn="just" rtl="0">
              <a:lnSpc>
                <a:spcPct val="100000"/>
              </a:lnSpc>
              <a:spcBef>
                <a:spcPts val="0"/>
              </a:spcBef>
              <a:spcAft>
                <a:spcPts val="0"/>
              </a:spcAft>
              <a:buClr>
                <a:srgbClr val="000000"/>
              </a:buClr>
              <a:buSzPts val="3700"/>
              <a:buFont typeface="Arial"/>
              <a:buNone/>
            </a:pPr>
            <a:endParaRPr sz="1800" b="0" i="0" u="none" strike="noStrike" cap="none" dirty="0">
              <a:solidFill>
                <a:schemeClr val="dk1"/>
              </a:solidFill>
              <a:latin typeface="Times New Roman"/>
              <a:ea typeface="Times New Roman"/>
              <a:cs typeface="Times New Roman"/>
              <a:sym typeface="Times New Roman"/>
            </a:endParaRPr>
          </a:p>
        </p:txBody>
      </p:sp>
      <p:sp>
        <p:nvSpPr>
          <p:cNvPr id="650" name="Google Shape;650;p56"/>
          <p:cNvSpPr txBox="1"/>
          <p:nvPr/>
        </p:nvSpPr>
        <p:spPr>
          <a:xfrm>
            <a:off x="6553200" y="4767263"/>
            <a:ext cx="2133600" cy="273900"/>
          </a:xfrm>
          <a:prstGeom prst="rect">
            <a:avLst/>
          </a:prstGeom>
          <a:noFill/>
          <a:ln>
            <a:noFill/>
          </a:ln>
        </p:spPr>
        <p:txBody>
          <a:bodyPr spcFirstLastPara="1" wrap="square" lIns="91425" tIns="45700" rIns="91425" bIns="45700" anchor="ctr" anchorCtr="0">
            <a:noAutofit/>
          </a:bodyPr>
          <a:lstStyle/>
          <a:p>
            <a:pPr marL="0" marR="0" lvl="0" indent="0" algn="r" rtl="0">
              <a:lnSpc>
                <a:spcPct val="100000"/>
              </a:lnSpc>
              <a:spcBef>
                <a:spcPts val="0"/>
              </a:spcBef>
              <a:spcAft>
                <a:spcPts val="0"/>
              </a:spcAft>
              <a:buClr>
                <a:srgbClr val="898989"/>
              </a:buClr>
              <a:buSzPts val="1200"/>
              <a:buFont typeface="Calibri"/>
              <a:buNone/>
            </a:pPr>
            <a:fld id="{00000000-1234-1234-1234-123412341234}" type="slidenum">
              <a:rPr lang="en-GB" sz="1200" b="0" i="0" u="none" strike="noStrike" cap="none">
                <a:solidFill>
                  <a:srgbClr val="898989"/>
                </a:solidFill>
                <a:latin typeface="Calibri"/>
                <a:ea typeface="Calibri"/>
                <a:cs typeface="Calibri"/>
                <a:sym typeface="Calibri"/>
              </a:rPr>
              <a:t>43</a:t>
            </a:fld>
            <a:endParaRPr sz="1400" b="0" i="0" u="none" strike="noStrike" cap="none">
              <a:solidFill>
                <a:srgbClr val="000000"/>
              </a:solidFill>
              <a:latin typeface="Arial"/>
              <a:ea typeface="Arial"/>
              <a:cs typeface="Arial"/>
              <a:sym typeface="Arial"/>
            </a:endParaRPr>
          </a:p>
        </p:txBody>
      </p:sp>
      <p:pic>
        <p:nvPicPr>
          <p:cNvPr id="651" name="Google Shape;651;p56" descr="C:\Users\DELL\Desktop\pccoer.jpg"/>
          <p:cNvPicPr preferRelativeResize="0"/>
          <p:nvPr/>
        </p:nvPicPr>
        <p:blipFill rotWithShape="1">
          <a:blip r:embed="rId3">
            <a:alphaModFix/>
          </a:blip>
          <a:srcRect/>
          <a:stretch/>
        </p:blipFill>
        <p:spPr>
          <a:xfrm>
            <a:off x="3657600" y="0"/>
            <a:ext cx="1371600" cy="910828"/>
          </a:xfrm>
          <a:prstGeom prst="rect">
            <a:avLst/>
          </a:prstGeom>
          <a:noFill/>
          <a:ln>
            <a:noFill/>
          </a:ln>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655"/>
        <p:cNvGrpSpPr/>
        <p:nvPr/>
      </p:nvGrpSpPr>
      <p:grpSpPr>
        <a:xfrm>
          <a:off x="0" y="0"/>
          <a:ext cx="0" cy="0"/>
          <a:chOff x="0" y="0"/>
          <a:chExt cx="0" cy="0"/>
        </a:xfrm>
      </p:grpSpPr>
      <p:sp>
        <p:nvSpPr>
          <p:cNvPr id="656" name="Google Shape;656;p57"/>
          <p:cNvSpPr txBox="1"/>
          <p:nvPr/>
        </p:nvSpPr>
        <p:spPr>
          <a:xfrm>
            <a:off x="0" y="914400"/>
            <a:ext cx="9144000" cy="57000"/>
          </a:xfrm>
          <a:prstGeom prst="rect">
            <a:avLst/>
          </a:prstGeom>
          <a:solidFill>
            <a:schemeClr val="accent2">
              <a:alpha val="48240"/>
            </a:schemeClr>
          </a:solidFill>
          <a:ln w="25400" cap="flat" cmpd="sng">
            <a:solidFill>
              <a:srgbClr val="A0D3E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800"/>
              <a:buFont typeface="Arial"/>
              <a:buNone/>
            </a:pPr>
            <a:endParaRPr sz="1800" b="0" i="0" u="none" strike="noStrike" cap="none">
              <a:solidFill>
                <a:schemeClr val="dk1"/>
              </a:solidFill>
              <a:latin typeface="Arial"/>
              <a:ea typeface="Arial"/>
              <a:cs typeface="Arial"/>
              <a:sym typeface="Arial"/>
            </a:endParaRPr>
          </a:p>
        </p:txBody>
      </p:sp>
      <p:sp>
        <p:nvSpPr>
          <p:cNvPr id="657" name="Google Shape;657;p57"/>
          <p:cNvSpPr txBox="1"/>
          <p:nvPr/>
        </p:nvSpPr>
        <p:spPr>
          <a:xfrm>
            <a:off x="6553200" y="4767263"/>
            <a:ext cx="2133600" cy="273900"/>
          </a:xfrm>
          <a:prstGeom prst="rect">
            <a:avLst/>
          </a:prstGeom>
          <a:noFill/>
          <a:ln>
            <a:noFill/>
          </a:ln>
        </p:spPr>
        <p:txBody>
          <a:bodyPr spcFirstLastPara="1" wrap="square" lIns="91425" tIns="45700" rIns="91425" bIns="45700" anchor="ctr" anchorCtr="0">
            <a:noAutofit/>
          </a:bodyPr>
          <a:lstStyle/>
          <a:p>
            <a:pPr marL="0" marR="0" lvl="0" indent="0" algn="r" rtl="0">
              <a:lnSpc>
                <a:spcPct val="100000"/>
              </a:lnSpc>
              <a:spcBef>
                <a:spcPts val="0"/>
              </a:spcBef>
              <a:spcAft>
                <a:spcPts val="0"/>
              </a:spcAft>
              <a:buClr>
                <a:srgbClr val="898989"/>
              </a:buClr>
              <a:buSzPts val="1200"/>
              <a:buFont typeface="Calibri"/>
              <a:buNone/>
            </a:pPr>
            <a:fld id="{00000000-1234-1234-1234-123412341234}" type="slidenum">
              <a:rPr lang="en-GB" sz="1200" b="0" i="0" u="none" strike="noStrike" cap="none">
                <a:solidFill>
                  <a:srgbClr val="898989"/>
                </a:solidFill>
                <a:latin typeface="Calibri"/>
                <a:ea typeface="Calibri"/>
                <a:cs typeface="Calibri"/>
                <a:sym typeface="Calibri"/>
              </a:rPr>
              <a:t>44</a:t>
            </a:fld>
            <a:endParaRPr sz="1400" b="0" i="0" u="none" strike="noStrike" cap="none">
              <a:solidFill>
                <a:srgbClr val="000000"/>
              </a:solidFill>
              <a:latin typeface="Arial"/>
              <a:ea typeface="Arial"/>
              <a:cs typeface="Arial"/>
              <a:sym typeface="Arial"/>
            </a:endParaRPr>
          </a:p>
        </p:txBody>
      </p:sp>
      <p:pic>
        <p:nvPicPr>
          <p:cNvPr id="658" name="Google Shape;658;p57" descr="C:\Users\DELL\Desktop\pccoer.jpg"/>
          <p:cNvPicPr preferRelativeResize="0"/>
          <p:nvPr/>
        </p:nvPicPr>
        <p:blipFill rotWithShape="1">
          <a:blip r:embed="rId3">
            <a:alphaModFix/>
          </a:blip>
          <a:srcRect/>
          <a:stretch/>
        </p:blipFill>
        <p:spPr>
          <a:xfrm>
            <a:off x="3657600" y="0"/>
            <a:ext cx="1371600" cy="910828"/>
          </a:xfrm>
          <a:prstGeom prst="rect">
            <a:avLst/>
          </a:prstGeom>
          <a:noFill/>
          <a:ln>
            <a:noFill/>
          </a:ln>
        </p:spPr>
      </p:pic>
      <p:sp>
        <p:nvSpPr>
          <p:cNvPr id="659" name="Google Shape;659;p57"/>
          <p:cNvSpPr txBox="1"/>
          <p:nvPr/>
        </p:nvSpPr>
        <p:spPr>
          <a:xfrm>
            <a:off x="124700" y="1026650"/>
            <a:ext cx="8894700" cy="2697900"/>
          </a:xfrm>
          <a:prstGeom prst="rect">
            <a:avLst/>
          </a:prstGeom>
          <a:noFill/>
          <a:ln>
            <a:noFill/>
          </a:ln>
        </p:spPr>
        <p:txBody>
          <a:bodyPr spcFirstLastPara="1" wrap="square" lIns="91425" tIns="45700" rIns="91425" bIns="45700" anchor="t" anchorCtr="0">
            <a:noAutofit/>
          </a:bodyPr>
          <a:lstStyle/>
          <a:p>
            <a:pPr marL="114300" marR="0" lvl="0" indent="0" algn="just" rtl="0">
              <a:lnSpc>
                <a:spcPct val="115000"/>
              </a:lnSpc>
              <a:spcBef>
                <a:spcPts val="1200"/>
              </a:spcBef>
              <a:spcAft>
                <a:spcPts val="0"/>
              </a:spcAft>
              <a:buClr>
                <a:srgbClr val="000000"/>
              </a:buClr>
              <a:buSzPts val="2200"/>
              <a:buFont typeface="Arial"/>
              <a:buNone/>
            </a:pPr>
            <a:r>
              <a:rPr lang="en-GB" sz="2200" b="1" i="0" u="none" strike="noStrike" cap="none" dirty="0">
                <a:solidFill>
                  <a:schemeClr val="dk1"/>
                </a:solidFill>
                <a:latin typeface="Times New Roman"/>
                <a:ea typeface="Times New Roman"/>
                <a:cs typeface="Times New Roman"/>
                <a:sym typeface="Times New Roman"/>
              </a:rPr>
              <a:t>CONCLUSION:</a:t>
            </a:r>
            <a:endParaRPr sz="1400" b="0" i="0" u="none" strike="noStrike" cap="none" dirty="0">
              <a:solidFill>
                <a:schemeClr val="dk1"/>
              </a:solidFill>
              <a:latin typeface="Times New Roman"/>
              <a:ea typeface="Times New Roman"/>
              <a:cs typeface="Times New Roman"/>
              <a:sym typeface="Times New Roman"/>
            </a:endParaRPr>
          </a:p>
          <a:p>
            <a:pPr lvl="0">
              <a:spcBef>
                <a:spcPts val="800"/>
              </a:spcBef>
              <a:buClr>
                <a:schemeClr val="dk1"/>
              </a:buClr>
              <a:buSzPts val="1100"/>
            </a:pPr>
            <a:r>
              <a:rPr lang="en-GB" sz="1700" dirty="0">
                <a:solidFill>
                  <a:schemeClr val="dk1"/>
                </a:solidFill>
                <a:latin typeface="Times New Roman"/>
                <a:ea typeface="Times New Roman"/>
                <a:cs typeface="Times New Roman"/>
                <a:sym typeface="Times New Roman"/>
              </a:rPr>
              <a:t>•</a:t>
            </a:r>
            <a:r>
              <a:rPr lang="en-IN" sz="1800" dirty="0"/>
              <a:t> Developed an intelligent image geolocation system using Gemini 2.5 Flash. Provides accurate scene understanding and location prediction. Detects hazards and generates suitable actions. Maintains secure logging and improves user decision-making.</a:t>
            </a:r>
            <a:r>
              <a:rPr lang="en-US" sz="1700" dirty="0">
                <a:solidFill>
                  <a:schemeClr val="dk1"/>
                </a:solidFill>
                <a:latin typeface="Times New Roman"/>
                <a:ea typeface="Times New Roman"/>
                <a:cs typeface="Times New Roman"/>
                <a:sym typeface="Times New Roman"/>
              </a:rPr>
              <a:t>.</a:t>
            </a:r>
          </a:p>
          <a:p>
            <a:pPr marL="0" lvl="0" indent="0" algn="l" rtl="0">
              <a:lnSpc>
                <a:spcPct val="100000"/>
              </a:lnSpc>
              <a:spcBef>
                <a:spcPts val="800"/>
              </a:spcBef>
              <a:spcAft>
                <a:spcPts val="0"/>
              </a:spcAft>
              <a:buClr>
                <a:schemeClr val="dk1"/>
              </a:buClr>
              <a:buSzPts val="1100"/>
              <a:buFont typeface="Arial"/>
              <a:buNone/>
            </a:pPr>
            <a:endParaRPr sz="1700" dirty="0">
              <a:solidFill>
                <a:schemeClr val="dk1"/>
              </a:solidFill>
              <a:latin typeface="Times New Roman"/>
              <a:ea typeface="Times New Roman"/>
              <a:cs typeface="Times New Roman"/>
              <a:sym typeface="Times New Roman"/>
            </a:endParaRPr>
          </a:p>
          <a:p>
            <a:pPr marL="0" marR="0" lvl="0" indent="0" algn="just" rtl="0">
              <a:lnSpc>
                <a:spcPct val="115000"/>
              </a:lnSpc>
              <a:spcBef>
                <a:spcPts val="800"/>
              </a:spcBef>
              <a:spcAft>
                <a:spcPts val="0"/>
              </a:spcAft>
              <a:buClr>
                <a:schemeClr val="dk1"/>
              </a:buClr>
              <a:buSzPts val="1100"/>
              <a:buFont typeface="Arial"/>
              <a:buNone/>
            </a:pPr>
            <a:endParaRPr sz="1800" dirty="0">
              <a:solidFill>
                <a:schemeClr val="dk1"/>
              </a:solidFill>
              <a:latin typeface="Times New Roman"/>
              <a:ea typeface="Times New Roman"/>
              <a:cs typeface="Times New Roman"/>
              <a:sym typeface="Times New Roman"/>
            </a:endParaRPr>
          </a:p>
          <a:p>
            <a:pPr marL="457200" marR="0" lvl="0" indent="0" algn="l" rtl="0">
              <a:lnSpc>
                <a:spcPct val="100000"/>
              </a:lnSpc>
              <a:spcBef>
                <a:spcPts val="0"/>
              </a:spcBef>
              <a:spcAft>
                <a:spcPts val="0"/>
              </a:spcAft>
              <a:buClr>
                <a:srgbClr val="000000"/>
              </a:buClr>
              <a:buSzPts val="3700"/>
              <a:buFont typeface="Arial"/>
              <a:buNone/>
            </a:pPr>
            <a:endParaRPr sz="1400" b="1" i="0" u="none" strike="noStrike" cap="none" dirty="0">
              <a:solidFill>
                <a:schemeClr val="dk1"/>
              </a:solidFill>
              <a:latin typeface="Times New Roman"/>
              <a:ea typeface="Times New Roman"/>
              <a:cs typeface="Times New Roman"/>
              <a:sym typeface="Times New Roman"/>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663"/>
        <p:cNvGrpSpPr/>
        <p:nvPr/>
      </p:nvGrpSpPr>
      <p:grpSpPr>
        <a:xfrm>
          <a:off x="0" y="0"/>
          <a:ext cx="0" cy="0"/>
          <a:chOff x="0" y="0"/>
          <a:chExt cx="0" cy="0"/>
        </a:xfrm>
      </p:grpSpPr>
      <p:sp>
        <p:nvSpPr>
          <p:cNvPr id="664" name="Google Shape;664;p58"/>
          <p:cNvSpPr txBox="1"/>
          <p:nvPr/>
        </p:nvSpPr>
        <p:spPr>
          <a:xfrm>
            <a:off x="0" y="914400"/>
            <a:ext cx="9144000" cy="57000"/>
          </a:xfrm>
          <a:prstGeom prst="rect">
            <a:avLst/>
          </a:prstGeom>
          <a:solidFill>
            <a:schemeClr val="accent2">
              <a:alpha val="48240"/>
            </a:schemeClr>
          </a:solidFill>
          <a:ln w="25400" cap="flat" cmpd="sng">
            <a:solidFill>
              <a:srgbClr val="A0D3E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800"/>
              <a:buFont typeface="Arial"/>
              <a:buNone/>
            </a:pPr>
            <a:endParaRPr sz="1800" b="0" i="0" u="none" strike="noStrike" cap="none">
              <a:solidFill>
                <a:schemeClr val="dk1"/>
              </a:solidFill>
              <a:latin typeface="Arial"/>
              <a:ea typeface="Arial"/>
              <a:cs typeface="Arial"/>
              <a:sym typeface="Arial"/>
            </a:endParaRPr>
          </a:p>
        </p:txBody>
      </p:sp>
      <p:sp>
        <p:nvSpPr>
          <p:cNvPr id="665" name="Google Shape;665;p58"/>
          <p:cNvSpPr txBox="1"/>
          <p:nvPr/>
        </p:nvSpPr>
        <p:spPr>
          <a:xfrm>
            <a:off x="6553200" y="4767263"/>
            <a:ext cx="2133600" cy="273900"/>
          </a:xfrm>
          <a:prstGeom prst="rect">
            <a:avLst/>
          </a:prstGeom>
          <a:noFill/>
          <a:ln>
            <a:noFill/>
          </a:ln>
        </p:spPr>
        <p:txBody>
          <a:bodyPr spcFirstLastPara="1" wrap="square" lIns="91425" tIns="45700" rIns="91425" bIns="45700" anchor="ctr" anchorCtr="0">
            <a:noAutofit/>
          </a:bodyPr>
          <a:lstStyle/>
          <a:p>
            <a:pPr marL="0" marR="0" lvl="0" indent="0" algn="r" rtl="0">
              <a:lnSpc>
                <a:spcPct val="100000"/>
              </a:lnSpc>
              <a:spcBef>
                <a:spcPts val="0"/>
              </a:spcBef>
              <a:spcAft>
                <a:spcPts val="0"/>
              </a:spcAft>
              <a:buClr>
                <a:srgbClr val="898989"/>
              </a:buClr>
              <a:buSzPts val="1200"/>
              <a:buFont typeface="Calibri"/>
              <a:buNone/>
            </a:pPr>
            <a:fld id="{00000000-1234-1234-1234-123412341234}" type="slidenum">
              <a:rPr lang="en-GB" sz="1200" b="0" i="0" u="none" strike="noStrike" cap="none">
                <a:solidFill>
                  <a:srgbClr val="898989"/>
                </a:solidFill>
                <a:latin typeface="Calibri"/>
                <a:ea typeface="Calibri"/>
                <a:cs typeface="Calibri"/>
                <a:sym typeface="Calibri"/>
              </a:rPr>
              <a:t>45</a:t>
            </a:fld>
            <a:endParaRPr sz="1400" b="0" i="0" u="none" strike="noStrike" cap="none">
              <a:solidFill>
                <a:srgbClr val="000000"/>
              </a:solidFill>
              <a:latin typeface="Arial"/>
              <a:ea typeface="Arial"/>
              <a:cs typeface="Arial"/>
              <a:sym typeface="Arial"/>
            </a:endParaRPr>
          </a:p>
        </p:txBody>
      </p:sp>
      <p:pic>
        <p:nvPicPr>
          <p:cNvPr id="666" name="Google Shape;666;p58" descr="C:\Users\DELL\Desktop\pccoer.jpg"/>
          <p:cNvPicPr preferRelativeResize="0"/>
          <p:nvPr/>
        </p:nvPicPr>
        <p:blipFill rotWithShape="1">
          <a:blip r:embed="rId3">
            <a:alphaModFix/>
          </a:blip>
          <a:srcRect/>
          <a:stretch/>
        </p:blipFill>
        <p:spPr>
          <a:xfrm>
            <a:off x="3657600" y="0"/>
            <a:ext cx="1371600" cy="910828"/>
          </a:xfrm>
          <a:prstGeom prst="rect">
            <a:avLst/>
          </a:prstGeom>
          <a:noFill/>
          <a:ln>
            <a:noFill/>
          </a:ln>
        </p:spPr>
      </p:pic>
      <p:sp>
        <p:nvSpPr>
          <p:cNvPr id="667" name="Google Shape;667;p58"/>
          <p:cNvSpPr txBox="1"/>
          <p:nvPr/>
        </p:nvSpPr>
        <p:spPr>
          <a:xfrm>
            <a:off x="124690" y="1026650"/>
            <a:ext cx="8894700" cy="3864900"/>
          </a:xfrm>
          <a:prstGeom prst="rect">
            <a:avLst/>
          </a:prstGeom>
          <a:noFill/>
          <a:ln>
            <a:noFill/>
          </a:ln>
        </p:spPr>
        <p:txBody>
          <a:bodyPr spcFirstLastPara="1" wrap="square" lIns="91425" tIns="45700" rIns="91425" bIns="45700" anchor="t" anchorCtr="0">
            <a:noAutofit/>
          </a:bodyPr>
          <a:lstStyle/>
          <a:p>
            <a:pPr marL="114300" marR="0" lvl="0" indent="0" algn="just" rtl="0">
              <a:lnSpc>
                <a:spcPct val="115000"/>
              </a:lnSpc>
              <a:spcBef>
                <a:spcPts val="1200"/>
              </a:spcBef>
              <a:spcAft>
                <a:spcPts val="0"/>
              </a:spcAft>
              <a:buClr>
                <a:srgbClr val="000000"/>
              </a:buClr>
              <a:buSzPts val="2200"/>
              <a:buFont typeface="Arial"/>
              <a:buNone/>
            </a:pPr>
            <a:r>
              <a:rPr lang="en-GB" sz="2200" b="1" i="0" u="none" strike="noStrike" cap="none" dirty="0">
                <a:solidFill>
                  <a:schemeClr val="dk1"/>
                </a:solidFill>
                <a:latin typeface="Times New Roman"/>
                <a:ea typeface="Times New Roman"/>
                <a:cs typeface="Times New Roman"/>
                <a:sym typeface="Times New Roman"/>
              </a:rPr>
              <a:t>CONCLUSION:</a:t>
            </a:r>
            <a:endParaRPr sz="1400" b="0" i="0" u="none" strike="noStrike" cap="none" dirty="0">
              <a:solidFill>
                <a:schemeClr val="dk1"/>
              </a:solidFill>
              <a:latin typeface="Times New Roman"/>
              <a:ea typeface="Times New Roman"/>
              <a:cs typeface="Times New Roman"/>
              <a:sym typeface="Times New Roman"/>
            </a:endParaRPr>
          </a:p>
          <a:p>
            <a:r>
              <a:rPr lang="en-IN" sz="1800" dirty="0"/>
              <a:t>The proposed system demonstrates an effective approach for image geolocation and hazard-aware response by utilizing the Gemini 2.5 Flash multimodal model. It accurately interprets uploaded images, estimates their probable locations, identifies significant landmarks, and evaluates potential risks. Based on the analysis, the system provides relevant user actions while maintaining secure storage of analysis results and user interactions. Overall, the solution enhances image understanding, supports informed decision-making, and provides a reliable foundation for future AI-driven geolocation applications.</a:t>
            </a:r>
          </a:p>
          <a:p>
            <a:pPr marL="0" marR="0" lvl="0" indent="0" algn="just" rtl="0">
              <a:lnSpc>
                <a:spcPct val="115000"/>
              </a:lnSpc>
              <a:spcBef>
                <a:spcPts val="800"/>
              </a:spcBef>
              <a:spcAft>
                <a:spcPts val="0"/>
              </a:spcAft>
              <a:buClr>
                <a:schemeClr val="dk1"/>
              </a:buClr>
              <a:buSzPts val="1100"/>
              <a:buFont typeface="Arial"/>
              <a:buNone/>
            </a:pPr>
            <a:endParaRPr sz="1800" dirty="0">
              <a:solidFill>
                <a:schemeClr val="dk1"/>
              </a:solidFill>
              <a:latin typeface="Times New Roman"/>
              <a:ea typeface="Times New Roman"/>
              <a:cs typeface="Times New Roman"/>
              <a:sym typeface="Times New Roman"/>
            </a:endParaRPr>
          </a:p>
          <a:p>
            <a:pPr marL="457200" marR="0" lvl="0" indent="0" algn="l" rtl="0">
              <a:lnSpc>
                <a:spcPct val="100000"/>
              </a:lnSpc>
              <a:spcBef>
                <a:spcPts val="0"/>
              </a:spcBef>
              <a:spcAft>
                <a:spcPts val="0"/>
              </a:spcAft>
              <a:buClr>
                <a:srgbClr val="000000"/>
              </a:buClr>
              <a:buSzPts val="3700"/>
              <a:buFont typeface="Arial"/>
              <a:buNone/>
            </a:pPr>
            <a:endParaRPr sz="1400" b="1" i="0" u="none" strike="noStrike" cap="none" dirty="0">
              <a:solidFill>
                <a:schemeClr val="dk1"/>
              </a:solidFill>
              <a:latin typeface="Times New Roman"/>
              <a:ea typeface="Times New Roman"/>
              <a:cs typeface="Times New Roman"/>
              <a:sym typeface="Times New Roman"/>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pic>
        <p:nvPicPr>
          <p:cNvPr id="675" name="Google Shape;675;p59" descr="C:\Users\DELL\Desktop\pccoer.jpg"/>
          <p:cNvPicPr preferRelativeResize="0"/>
          <p:nvPr/>
        </p:nvPicPr>
        <p:blipFill rotWithShape="1">
          <a:blip r:embed="rId3">
            <a:alphaModFix/>
          </a:blip>
          <a:srcRect/>
          <a:stretch/>
        </p:blipFill>
        <p:spPr>
          <a:xfrm>
            <a:off x="3657600" y="0"/>
            <a:ext cx="1371600" cy="910828"/>
          </a:xfrm>
          <a:prstGeom prst="rect">
            <a:avLst/>
          </a:prstGeom>
          <a:noFill/>
          <a:ln>
            <a:noFill/>
          </a:ln>
        </p:spPr>
      </p:pic>
      <p:nvGrpSpPr>
        <p:cNvPr id="1" name="Shape 671"/>
        <p:cNvGrpSpPr/>
        <p:nvPr/>
      </p:nvGrpSpPr>
      <p:grpSpPr>
        <a:xfrm>
          <a:off x="0" y="0"/>
          <a:ext cx="0" cy="0"/>
          <a:chOff x="0" y="0"/>
          <a:chExt cx="0" cy="0"/>
        </a:xfrm>
      </p:grpSpPr>
      <p:sp>
        <p:nvSpPr>
          <p:cNvPr id="676" name="TextBox 675"/>
          <p:cNvSpPr txBox="1"/>
          <p:nvPr/>
        </p:nvSpPr>
        <p:spPr>
          <a:xfrm>
            <a:off x="6300000" y="6588000"/>
            <a:ext cx="720000" cy="360000"/>
          </a:xfrm>
          <a:prstGeom prst="rect">
            <a:avLst/>
          </a:prstGeom>
          <a:noFill/>
        </p:spPr>
        <p:txBody>
          <a:bodyPr wrap="none">
            <a:spAutoFit/>
          </a:bodyPr>
          <a:lstStyle/>
          <a:p>
            <a:pPr>
              <a:defRPr sz="1100"/>
            </a:pPr>
            <a:r>
              <a:t>46</a:t>
            </a:r>
          </a:p>
        </p:txBody>
      </p:sp>
      <p:sp>
        <p:nvSpPr>
          <p:cNvPr id="677" name="TextBox 676"/>
          <p:cNvSpPr txBox="1"/>
          <p:nvPr/>
        </p:nvSpPr>
        <p:spPr>
          <a:xfrm>
            <a:off x="540000" y="180000"/>
            <a:ext cx="7920000" cy="720000"/>
          </a:xfrm>
          <a:prstGeom prst="rect">
            <a:avLst/>
          </a:prstGeom>
          <a:noFill/>
        </p:spPr>
        <p:txBody>
          <a:bodyPr wrap="square">
            <a:spAutoFit/>
          </a:bodyPr>
          <a:lstStyle/>
          <a:p>
            <a:pPr>
              <a:defRPr sz="2800" b="1">
                <a:solidFill>
                  <a:srgbClr val="1A3C6E"/>
                </a:solidFill>
              </a:defRPr>
            </a:pPr>
            <a:r>
              <a:t>Future Work</a:t>
            </a:r>
          </a:p>
        </p:txBody>
      </p:sp>
      <p:sp>
        <p:nvSpPr>
          <p:cNvPr id="678" name="TextBox 677"/>
          <p:cNvSpPr txBox="1"/>
          <p:nvPr/>
        </p:nvSpPr>
        <p:spPr>
          <a:xfrm>
            <a:off x="540000" y="1152000"/>
            <a:ext cx="7920000" cy="5400000"/>
          </a:xfrm>
          <a:prstGeom prst="rect">
            <a:avLst/>
          </a:prstGeom>
          <a:noFill/>
        </p:spPr>
        <p:txBody>
          <a:bodyPr wrap="square">
            <a:spAutoFit/>
          </a:bodyPr>
          <a:lstStyle/>
          <a:p>
            <a:pPr>
              <a:spcAft>
                <a:spcPts val="600"/>
              </a:spcAft>
              <a:defRPr sz="1300"/>
            </a:pPr>
            <a:r>
              <a:t>● Vector retrieval and embedding-based search for geospatial accuracy</a:t>
            </a:r>
          </a:p>
          <a:p>
            <a:pPr>
              <a:spcAft>
                <a:spcPts val="600"/>
              </a:spcAft>
              <a:defRPr sz="1300"/>
            </a:pPr>
            <a:r>
              <a:t>● Integration of dedicated OCR subsystem for text-in-scene extraction</a:t>
            </a:r>
          </a:p>
          <a:p>
            <a:pPr>
              <a:spcAft>
                <a:spcPts val="600"/>
              </a:spcAft>
              <a:defRPr sz="1300"/>
            </a:pPr>
            <a:r>
              <a:t>● Confidence calibration improvement using conformal prediction</a:t>
            </a:r>
          </a:p>
          <a:p>
            <a:pPr>
              <a:spcAft>
                <a:spcPts val="600"/>
              </a:spcAft>
              <a:defRPr sz="1300"/>
            </a:pPr>
            <a:r>
              <a:t>● Expanded hazard categories beyond fire (flood, accident, collapse)</a:t>
            </a:r>
          </a:p>
          <a:p>
            <a:pPr>
              <a:spcAft>
                <a:spcPts val="600"/>
              </a:spcAft>
              <a:defRPr sz="1300"/>
            </a:pPr>
            <a:r>
              <a:t>● Role-based access control and expert incident review workflows</a:t>
            </a:r>
          </a:p>
          <a:p>
            <a:pPr>
              <a:spcAft>
                <a:spcPts val="600"/>
              </a:spcAft>
              <a:defRPr sz="1300"/>
            </a:pPr>
            <a:r>
              <a:t>● Real-time dashboard analytics for safety teams</a:t>
            </a:r>
          </a:p>
          <a:p>
            <a:pPr>
              <a:spcAft>
                <a:spcPts val="600"/>
              </a:spcAft>
              <a:defRPr sz="1300"/>
            </a:pPr>
            <a:r>
              <a:t>● Larger independently labelled evaluation dataset for precision/recall</a:t>
            </a:r>
          </a:p>
          <a:p>
            <a:pPr>
              <a:spcAft>
                <a:spcPts val="600"/>
              </a:spcAft>
              <a:defRPr sz="1300"/>
            </a:pPr>
            <a:r>
              <a:t>● Support for additional multimodal models (LLaVA, BLIP-2, etc.)</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pic>
        <p:nvPicPr>
          <p:cNvPr id="683" name="Google Shape;683;p60" descr="C:\Users\DELL\Desktop\pccoer.jpg"/>
          <p:cNvPicPr preferRelativeResize="0"/>
          <p:nvPr/>
        </p:nvPicPr>
        <p:blipFill rotWithShape="1">
          <a:blip r:embed="rId3">
            <a:alphaModFix/>
          </a:blip>
          <a:srcRect/>
          <a:stretch/>
        </p:blipFill>
        <p:spPr>
          <a:xfrm>
            <a:off x="3657600" y="0"/>
            <a:ext cx="1371600" cy="910828"/>
          </a:xfrm>
          <a:prstGeom prst="rect">
            <a:avLst/>
          </a:prstGeom>
          <a:noFill/>
          <a:ln>
            <a:noFill/>
          </a:ln>
        </p:spPr>
      </p:pic>
      <p:nvGrpSpPr>
        <p:cNvPr id="1" name="Shape 679"/>
        <p:cNvGrpSpPr/>
        <p:nvPr/>
      </p:nvGrpSpPr>
      <p:grpSpPr>
        <a:xfrm>
          <a:off x="0" y="0"/>
          <a:ext cx="0" cy="0"/>
          <a:chOff x="0" y="0"/>
          <a:chExt cx="0" cy="0"/>
        </a:xfrm>
      </p:grpSpPr>
      <p:sp>
        <p:nvSpPr>
          <p:cNvPr id="684" name="TextBox 683"/>
          <p:cNvSpPr txBox="1"/>
          <p:nvPr/>
        </p:nvSpPr>
        <p:spPr>
          <a:xfrm>
            <a:off x="6300000" y="6588000"/>
            <a:ext cx="720000" cy="360000"/>
          </a:xfrm>
          <a:prstGeom prst="rect">
            <a:avLst/>
          </a:prstGeom>
          <a:noFill/>
        </p:spPr>
        <p:txBody>
          <a:bodyPr wrap="none">
            <a:spAutoFit/>
          </a:bodyPr>
          <a:lstStyle/>
          <a:p>
            <a:pPr>
              <a:defRPr sz="1100"/>
            </a:pPr>
            <a:r>
              <a:t>47</a:t>
            </a:r>
          </a:p>
        </p:txBody>
      </p:sp>
      <p:sp>
        <p:nvSpPr>
          <p:cNvPr id="685" name="TextBox 684"/>
          <p:cNvSpPr txBox="1"/>
          <p:nvPr/>
        </p:nvSpPr>
        <p:spPr>
          <a:xfrm>
            <a:off x="540000" y="180000"/>
            <a:ext cx="7920000" cy="720000"/>
          </a:xfrm>
          <a:prstGeom prst="rect">
            <a:avLst/>
          </a:prstGeom>
          <a:noFill/>
        </p:spPr>
        <p:txBody>
          <a:bodyPr wrap="square">
            <a:spAutoFit/>
          </a:bodyPr>
          <a:lstStyle/>
          <a:p>
            <a:pPr>
              <a:defRPr sz="2800" b="1">
                <a:solidFill>
                  <a:srgbClr val="1A3C6E"/>
                </a:solidFill>
              </a:defRPr>
            </a:pPr>
            <a:r>
              <a:t>Research Publications</a:t>
            </a:r>
          </a:p>
        </p:txBody>
      </p:sp>
      <p:sp>
        <p:nvSpPr>
          <p:cNvPr id="686" name="TextBox 685"/>
          <p:cNvSpPr txBox="1"/>
          <p:nvPr/>
        </p:nvSpPr>
        <p:spPr>
          <a:xfrm>
            <a:off x="540000" y="1152000"/>
            <a:ext cx="7920000" cy="5400000"/>
          </a:xfrm>
          <a:prstGeom prst="rect">
            <a:avLst/>
          </a:prstGeom>
          <a:noFill/>
        </p:spPr>
        <p:txBody>
          <a:bodyPr wrap="square">
            <a:spAutoFit/>
          </a:bodyPr>
          <a:lstStyle/>
          <a:p>
            <a:pPr>
              <a:spcAft>
                <a:spcPts val="600"/>
              </a:spcAft>
              <a:defRPr sz="1300"/>
            </a:pPr>
            <a:r>
              <a:t>● International Conference on Interdisciplinary Technology &amp; Science</a:t>
            </a:r>
          </a:p>
          <a:p>
            <a:pPr>
              <a:spcAft>
                <a:spcPts val="600"/>
              </a:spcAft>
              <a:defRPr sz="1300"/>
            </a:pPr>
            <a:r>
              <a:t>  Convergence (FusionX Global) — Scitepress</a:t>
            </a:r>
          </a:p>
          <a:p>
            <a:pPr>
              <a:spcAft>
                <a:spcPts val="600"/>
              </a:spcAft>
              <a:defRPr sz="1300"/>
            </a:pPr>
            <a:r>
              <a:t>  Paper: Accepted and Presented</a:t>
            </a:r>
          </a:p>
          <a:p>
            <a:pPr>
              <a:spcAft>
                <a:spcPts val="600"/>
              </a:spcAft>
              <a:defRPr sz="1300"/>
            </a:pPr>
          </a:p>
          <a:p>
            <a:pPr>
              <a:spcAft>
                <a:spcPts val="600"/>
              </a:spcAft>
              <a:defRPr sz="1300"/>
            </a:pPr>
            <a:r>
              <a:t>● 2026 International Conference on Emerging Smart Computing</a:t>
            </a:r>
          </a:p>
          <a:p>
            <a:pPr>
              <a:spcAft>
                <a:spcPts val="600"/>
              </a:spcAft>
              <a:defRPr sz="1300"/>
            </a:pPr>
            <a:r>
              <a:t>  and Informatics (ESCI) — IEEE</a:t>
            </a:r>
          </a:p>
          <a:p>
            <a:pPr>
              <a:spcAft>
                <a:spcPts val="600"/>
              </a:spcAft>
              <a:defRPr sz="1300"/>
            </a:pPr>
            <a:r>
              <a:t>  Paper: Accepted and Published</a:t>
            </a:r>
          </a:p>
          <a:p>
            <a:pPr>
              <a:spcAft>
                <a:spcPts val="600"/>
              </a:spcAft>
              <a:defRPr sz="1300"/>
            </a:pPr>
          </a:p>
          <a:p>
            <a:pPr>
              <a:spcAft>
                <a:spcPts val="600"/>
              </a:spcAft>
              <a:defRPr sz="1300"/>
            </a:pPr>
            <a:r>
              <a:t>● Research Paper: Image Geolocation and Hazard-Aware Response</a:t>
            </a:r>
          </a:p>
          <a:p>
            <a:pPr>
              <a:spcAft>
                <a:spcPts val="600"/>
              </a:spcAft>
              <a:defRPr sz="1300"/>
            </a:pPr>
            <a:r>
              <a:t>  Using Multimodal Large Language Models (MLLMs)</a:t>
            </a:r>
          </a:p>
          <a:p>
            <a:pPr>
              <a:spcAft>
                <a:spcPts val="600"/>
              </a:spcAft>
              <a:defRPr sz="1300"/>
            </a:pPr>
          </a:p>
          <a:p>
            <a:pPr>
              <a:spcAft>
                <a:spcPts val="600"/>
              </a:spcAft>
              <a:defRPr sz="1300"/>
            </a:pPr>
            <a:r>
              <a:t>● Dataset: Project evaluation dataset with 22 runs, 14 sessions</a:t>
            </a:r>
          </a:p>
          <a:p>
            <a:pPr>
              <a:spcAft>
                <a:spcPts val="600"/>
              </a:spcAft>
              <a:defRPr sz="1300"/>
            </a:pPr>
            <a:r>
              <a:t>● Source code available on GitHub</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pic>
        <p:nvPicPr>
          <p:cNvPr id="693" name="Google Shape;693;p61" descr="C:\Users\DELL\Desktop\pccoer.jpg"/>
          <p:cNvPicPr preferRelativeResize="0"/>
          <p:nvPr/>
        </p:nvPicPr>
        <p:blipFill rotWithShape="1">
          <a:blip r:embed="rId3">
            <a:alphaModFix/>
          </a:blip>
          <a:srcRect/>
          <a:stretch/>
        </p:blipFill>
        <p:spPr>
          <a:xfrm>
            <a:off x="3657600" y="0"/>
            <a:ext cx="1371600" cy="910828"/>
          </a:xfrm>
          <a:prstGeom prst="rect">
            <a:avLst/>
          </a:prstGeom>
          <a:noFill/>
          <a:ln>
            <a:noFill/>
          </a:ln>
        </p:spPr>
      </p:pic>
      <p:nvGrpSpPr>
        <p:cNvPr id="1" name="Shape 689"/>
        <p:cNvGrpSpPr/>
        <p:nvPr/>
      </p:nvGrpSpPr>
      <p:grpSpPr>
        <a:xfrm>
          <a:off x="0" y="0"/>
          <a:ext cx="0" cy="0"/>
          <a:chOff x="0" y="0"/>
          <a:chExt cx="0" cy="0"/>
        </a:xfrm>
      </p:grpSpPr>
      <p:sp>
        <p:nvSpPr>
          <p:cNvPr id="694" name="TextBox 693"/>
          <p:cNvSpPr txBox="1"/>
          <p:nvPr/>
        </p:nvSpPr>
        <p:spPr>
          <a:xfrm>
            <a:off x="6300000" y="6588000"/>
            <a:ext cx="720000" cy="360000"/>
          </a:xfrm>
          <a:prstGeom prst="rect">
            <a:avLst/>
          </a:prstGeom>
          <a:noFill/>
        </p:spPr>
        <p:txBody>
          <a:bodyPr wrap="none">
            <a:spAutoFit/>
          </a:bodyPr>
          <a:lstStyle/>
          <a:p>
            <a:pPr>
              <a:defRPr sz="1100"/>
            </a:pPr>
            <a:r>
              <a:t>48</a:t>
            </a:r>
          </a:p>
        </p:txBody>
      </p:sp>
      <p:sp>
        <p:nvSpPr>
          <p:cNvPr id="695" name="TextBox 694"/>
          <p:cNvSpPr txBox="1"/>
          <p:nvPr/>
        </p:nvSpPr>
        <p:spPr>
          <a:xfrm>
            <a:off x="540000" y="180000"/>
            <a:ext cx="7920000" cy="720000"/>
          </a:xfrm>
          <a:prstGeom prst="rect">
            <a:avLst/>
          </a:prstGeom>
          <a:noFill/>
        </p:spPr>
        <p:txBody>
          <a:bodyPr wrap="square">
            <a:spAutoFit/>
          </a:bodyPr>
          <a:lstStyle/>
          <a:p>
            <a:pPr>
              <a:defRPr sz="2800" b="1">
                <a:solidFill>
                  <a:srgbClr val="1A3C6E"/>
                </a:solidFill>
              </a:defRPr>
            </a:pPr>
            <a:r>
              <a:t>Literature Survey Summary</a:t>
            </a:r>
          </a:p>
        </p:txBody>
      </p:sp>
      <p:sp>
        <p:nvSpPr>
          <p:cNvPr id="696" name="TextBox 695"/>
          <p:cNvSpPr txBox="1"/>
          <p:nvPr/>
        </p:nvSpPr>
        <p:spPr>
          <a:xfrm>
            <a:off x="540000" y="1080000"/>
            <a:ext cx="7920000" cy="5400000"/>
          </a:xfrm>
          <a:prstGeom prst="rect">
            <a:avLst/>
          </a:prstGeom>
          <a:noFill/>
        </p:spPr>
        <p:txBody>
          <a:bodyPr wrap="square">
            <a:spAutoFit/>
          </a:bodyPr>
          <a:lstStyle/>
          <a:p>
            <a:pPr>
              <a:spcAft>
                <a:spcPts val="600"/>
              </a:spcAft>
              <a:defRPr sz="1300"/>
            </a:pPr>
            <a:r>
              <a:t>Key papers informing this project:</a:t>
            </a:r>
          </a:p>
          <a:p>
            <a:pPr>
              <a:spcAft>
                <a:spcPts val="600"/>
              </a:spcAft>
              <a:defRPr sz="1300"/>
            </a:pPr>
          </a:p>
          <a:p>
            <a:pPr>
              <a:spcAft>
                <a:spcPts val="600"/>
              </a:spcAft>
              <a:defRPr sz="1300"/>
            </a:pPr>
            <a:r>
              <a:t>● CLIP (Radford et al., 2021): Image-text contrastive learning</a:t>
            </a:r>
          </a:p>
          <a:p>
            <a:pPr>
              <a:spcAft>
                <a:spcPts val="600"/>
              </a:spcAft>
              <a:defRPr sz="1300"/>
            </a:pPr>
            <a:r>
              <a:t>● Gemini (Gemini Team, 2024): Multimodal model family</a:t>
            </a:r>
          </a:p>
          <a:p>
            <a:pPr>
              <a:spcAft>
                <a:spcPts val="600"/>
              </a:spcAft>
              <a:defRPr sz="1300"/>
            </a:pPr>
            <a:r>
              <a:t>● PIGEON (Haas et al., 2024): Foundation model geolocation</a:t>
            </a:r>
          </a:p>
          <a:p>
            <a:pPr>
              <a:spcAft>
                <a:spcPts val="600"/>
              </a:spcAft>
              <a:defRPr sz="1300"/>
            </a:pPr>
            <a:r>
              <a:t>● Img2Loc (Zhou et al., 2024): Retrieval-augmented geolocation</a:t>
            </a:r>
          </a:p>
          <a:p>
            <a:pPr>
              <a:spcAft>
                <a:spcPts val="600"/>
              </a:spcAft>
              <a:defRPr sz="1300"/>
            </a:pPr>
            <a:r>
              <a:t>● GeoChain (Yerramilli et al., 2025): Chain-of-thought reasoning</a:t>
            </a:r>
          </a:p>
          <a:p>
            <a:pPr>
              <a:spcAft>
                <a:spcPts val="600"/>
              </a:spcAft>
              <a:defRPr sz="1300"/>
            </a:pPr>
            <a:r>
              <a:t>● BLIP-2 (Li et al., 2023): Vision-language pretraining</a:t>
            </a:r>
          </a:p>
          <a:p>
            <a:pPr>
              <a:spcAft>
                <a:spcPts val="600"/>
              </a:spcAft>
              <a:defRPr sz="1300"/>
            </a:pPr>
            <a:r>
              <a:t>● LLaVA (Liu et al., 2024): Visual instruction tuning</a:t>
            </a:r>
          </a:p>
          <a:p>
            <a:pPr>
              <a:spcAft>
                <a:spcPts val="600"/>
              </a:spcAft>
              <a:defRPr sz="1300"/>
            </a:pPr>
            <a:r>
              <a:t>● NetVLAD (Arandjelovic et al., 2016): Place recognition</a:t>
            </a:r>
          </a:p>
          <a:p>
            <a:pPr>
              <a:spcAft>
                <a:spcPts val="600"/>
              </a:spcAft>
              <a:defRPr sz="1300"/>
            </a:pPr>
            <a:r>
              <a:t>● SuperGlue (Sarlin et al., 2020): Feature matching</a:t>
            </a:r>
          </a:p>
          <a:p>
            <a:pPr>
              <a:spcAft>
                <a:spcPts val="600"/>
              </a:spcAft>
              <a:defRPr sz="1300"/>
            </a:pPr>
          </a:p>
          <a:p>
            <a:pPr>
              <a:spcAft>
                <a:spcPts val="600"/>
              </a:spcAft>
              <a:defRPr sz="1300"/>
            </a:pPr>
            <a:r>
              <a:t>Research gap: Most approaches optimize geolocation accuracy;</a:t>
            </a:r>
          </a:p>
          <a:p>
            <a:pPr>
              <a:spcAft>
                <a:spcPts val="600"/>
              </a:spcAft>
              <a:defRPr sz="1300"/>
            </a:pPr>
            <a:r>
              <a:t>none integrate hazard-aware decision support with audit logging.</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pic>
        <p:nvPicPr>
          <p:cNvPr id="701" name="Google Shape;701;p62" descr="C:\Users\DELL\Desktop\pccoer.jpg"/>
          <p:cNvPicPr preferRelativeResize="0"/>
          <p:nvPr/>
        </p:nvPicPr>
        <p:blipFill rotWithShape="1">
          <a:blip r:embed="rId3">
            <a:alphaModFix/>
          </a:blip>
          <a:srcRect/>
          <a:stretch/>
        </p:blipFill>
        <p:spPr>
          <a:xfrm>
            <a:off x="3657600" y="0"/>
            <a:ext cx="1371600" cy="910828"/>
          </a:xfrm>
          <a:prstGeom prst="rect">
            <a:avLst/>
          </a:prstGeom>
          <a:noFill/>
          <a:ln>
            <a:noFill/>
          </a:ln>
        </p:spPr>
      </p:pic>
      <p:nvGrpSpPr>
        <p:cNvPr id="1" name="Shape 697"/>
        <p:cNvGrpSpPr/>
        <p:nvPr/>
      </p:nvGrpSpPr>
      <p:grpSpPr>
        <a:xfrm>
          <a:off x="0" y="0"/>
          <a:ext cx="0" cy="0"/>
          <a:chOff x="0" y="0"/>
          <a:chExt cx="0" cy="0"/>
        </a:xfrm>
      </p:grpSpPr>
      <p:sp>
        <p:nvSpPr>
          <p:cNvPr id="702" name="TextBox 701"/>
          <p:cNvSpPr txBox="1"/>
          <p:nvPr/>
        </p:nvSpPr>
        <p:spPr>
          <a:xfrm>
            <a:off x="6300000" y="6588000"/>
            <a:ext cx="720000" cy="360000"/>
          </a:xfrm>
          <a:prstGeom prst="rect">
            <a:avLst/>
          </a:prstGeom>
          <a:noFill/>
        </p:spPr>
        <p:txBody>
          <a:bodyPr wrap="none">
            <a:spAutoFit/>
          </a:bodyPr>
          <a:lstStyle/>
          <a:p>
            <a:pPr>
              <a:defRPr sz="1100"/>
            </a:pPr>
            <a:r>
              <a:t>49</a:t>
            </a:r>
          </a:p>
        </p:txBody>
      </p:sp>
      <p:sp>
        <p:nvSpPr>
          <p:cNvPr id="703" name="TextBox 702"/>
          <p:cNvSpPr txBox="1"/>
          <p:nvPr/>
        </p:nvSpPr>
        <p:spPr>
          <a:xfrm>
            <a:off x="540000" y="180000"/>
            <a:ext cx="7920000" cy="720000"/>
          </a:xfrm>
          <a:prstGeom prst="rect">
            <a:avLst/>
          </a:prstGeom>
          <a:noFill/>
        </p:spPr>
        <p:txBody>
          <a:bodyPr wrap="square">
            <a:spAutoFit/>
          </a:bodyPr>
          <a:lstStyle/>
          <a:p>
            <a:pPr>
              <a:defRPr sz="2800" b="1">
                <a:solidFill>
                  <a:srgbClr val="1A3C6E"/>
                </a:solidFill>
              </a:defRPr>
            </a:pPr>
            <a:r>
              <a:t>System Workflow</a:t>
            </a:r>
          </a:p>
        </p:txBody>
      </p:sp>
      <p:sp>
        <p:nvSpPr>
          <p:cNvPr id="704" name="TextBox 703"/>
          <p:cNvSpPr txBox="1"/>
          <p:nvPr/>
        </p:nvSpPr>
        <p:spPr>
          <a:xfrm>
            <a:off x="540000" y="1080000"/>
            <a:ext cx="7920000" cy="5400000"/>
          </a:xfrm>
          <a:prstGeom prst="rect">
            <a:avLst/>
          </a:prstGeom>
          <a:noFill/>
        </p:spPr>
        <p:txBody>
          <a:bodyPr wrap="square">
            <a:spAutoFit/>
          </a:bodyPr>
          <a:lstStyle/>
          <a:p>
            <a:pPr>
              <a:spcAft>
                <a:spcPts val="600"/>
              </a:spcAft>
              <a:defRPr sz="1300"/>
            </a:pPr>
            <a:r>
              <a:t>1. Image Upload → Backend validates format, size, generates hash</a:t>
            </a:r>
          </a:p>
          <a:p>
            <a:pPr>
              <a:spcAft>
                <a:spcPts val="600"/>
              </a:spcAft>
              <a:defRPr sz="1300"/>
            </a:pPr>
            <a:r>
              <a:t>2. Gemini Vision → Scene understanding, landmark recognition</a:t>
            </a:r>
          </a:p>
          <a:p>
            <a:pPr>
              <a:spcAft>
                <a:spcPts val="600"/>
              </a:spcAft>
              <a:defRPr sz="1300"/>
            </a:pPr>
            <a:r>
              <a:t>3. Structured JSON → Summary, risk, confidence, entities, location</a:t>
            </a:r>
          </a:p>
          <a:p>
            <a:pPr>
              <a:spcAft>
                <a:spcPts val="600"/>
              </a:spcAft>
              <a:defRPr sz="1300"/>
            </a:pPr>
            <a:r>
              <a:t>4. JSON Normalization → Validate fields, repair if needed</a:t>
            </a:r>
          </a:p>
          <a:p>
            <a:pPr>
              <a:spcAft>
                <a:spcPts val="600"/>
              </a:spcAft>
              <a:defRPr sz="1300"/>
            </a:pPr>
            <a:r>
              <a:t>5. Risk Policy → Keyword detection, confidence rules, action mapping</a:t>
            </a:r>
          </a:p>
          <a:p>
            <a:pPr>
              <a:spcAft>
                <a:spcPts val="600"/>
              </a:spcAft>
              <a:defRPr sz="1300"/>
            </a:pPr>
            <a:r>
              <a:t>6. Action Generation → Report / Learn More / Open Map / Safety Tips</a:t>
            </a:r>
          </a:p>
          <a:p>
            <a:pPr>
              <a:spcAft>
                <a:spcPts val="600"/>
              </a:spcAft>
              <a:defRPr sz="1300"/>
            </a:pPr>
            <a:r>
              <a:t>7. User Interaction → User views analysis and selects action</a:t>
            </a:r>
          </a:p>
          <a:p>
            <a:pPr>
              <a:spcAft>
                <a:spcPts val="600"/>
              </a:spcAft>
              <a:defRPr sz="1300"/>
            </a:pPr>
            <a:r>
              <a:t>8. Persistence → All records stored in SQLite</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pic>
        <p:nvPicPr>
          <p:cNvPr id="709" name="Google Shape;709;p63" descr="C:\Users\DELL\Desktop\pccoer.jpg"/>
          <p:cNvPicPr preferRelativeResize="0"/>
          <p:nvPr/>
        </p:nvPicPr>
        <p:blipFill rotWithShape="1">
          <a:blip r:embed="rId3">
            <a:alphaModFix/>
          </a:blip>
          <a:srcRect/>
          <a:stretch/>
        </p:blipFill>
        <p:spPr>
          <a:xfrm>
            <a:off x="3657600" y="0"/>
            <a:ext cx="1371600" cy="910828"/>
          </a:xfrm>
          <a:prstGeom prst="rect">
            <a:avLst/>
          </a:prstGeom>
          <a:noFill/>
          <a:ln>
            <a:noFill/>
          </a:ln>
        </p:spPr>
      </p:pic>
      <p:nvGrpSpPr>
        <p:cNvPr id="1" name="Shape 705"/>
        <p:cNvGrpSpPr/>
        <p:nvPr/>
      </p:nvGrpSpPr>
      <p:grpSpPr>
        <a:xfrm>
          <a:off x="0" y="0"/>
          <a:ext cx="0" cy="0"/>
          <a:chOff x="0" y="0"/>
          <a:chExt cx="0" cy="0"/>
        </a:xfrm>
      </p:grpSpPr>
      <p:sp>
        <p:nvSpPr>
          <p:cNvPr id="710" name="TextBox 709"/>
          <p:cNvSpPr txBox="1"/>
          <p:nvPr/>
        </p:nvSpPr>
        <p:spPr>
          <a:xfrm>
            <a:off x="6300000" y="6588000"/>
            <a:ext cx="720000" cy="360000"/>
          </a:xfrm>
          <a:prstGeom prst="rect">
            <a:avLst/>
          </a:prstGeom>
          <a:noFill/>
        </p:spPr>
        <p:txBody>
          <a:bodyPr wrap="none">
            <a:spAutoFit/>
          </a:bodyPr>
          <a:lstStyle/>
          <a:p>
            <a:pPr>
              <a:defRPr sz="1100"/>
            </a:pPr>
            <a:r>
              <a:t>50</a:t>
            </a:r>
          </a:p>
        </p:txBody>
      </p:sp>
      <p:sp>
        <p:nvSpPr>
          <p:cNvPr id="711" name="TextBox 710"/>
          <p:cNvSpPr txBox="1"/>
          <p:nvPr/>
        </p:nvSpPr>
        <p:spPr>
          <a:xfrm>
            <a:off x="540000" y="180000"/>
            <a:ext cx="7920000" cy="720000"/>
          </a:xfrm>
          <a:prstGeom prst="rect">
            <a:avLst/>
          </a:prstGeom>
          <a:noFill/>
        </p:spPr>
        <p:txBody>
          <a:bodyPr wrap="square">
            <a:spAutoFit/>
          </a:bodyPr>
          <a:lstStyle/>
          <a:p>
            <a:pPr>
              <a:defRPr sz="2800" b="1">
                <a:solidFill>
                  <a:srgbClr val="1A3C6E"/>
                </a:solidFill>
              </a:defRPr>
            </a:pPr>
            <a:r>
              <a:t>Data Flow Overview</a:t>
            </a:r>
          </a:p>
        </p:txBody>
      </p:sp>
      <p:sp>
        <p:nvSpPr>
          <p:cNvPr id="712" name="TextBox 711"/>
          <p:cNvSpPr txBox="1"/>
          <p:nvPr/>
        </p:nvSpPr>
        <p:spPr>
          <a:xfrm>
            <a:off x="540000" y="1080000"/>
            <a:ext cx="7920000" cy="5400000"/>
          </a:xfrm>
          <a:prstGeom prst="rect">
            <a:avLst/>
          </a:prstGeom>
          <a:noFill/>
        </p:spPr>
        <p:txBody>
          <a:bodyPr wrap="square">
            <a:spAutoFit/>
          </a:bodyPr>
          <a:lstStyle/>
          <a:p>
            <a:pPr>
              <a:spcAft>
                <a:spcPts val="600"/>
              </a:spcAft>
              <a:defRPr sz="1300"/>
            </a:pPr>
            <a:r>
              <a:t>┌──────────┐    ┌──────────┐    ┌──────────┐    ┌──────────┐</a:t>
            </a:r>
          </a:p>
          <a:p>
            <a:pPr>
              <a:spcAft>
                <a:spcPts val="600"/>
              </a:spcAft>
              <a:defRPr sz="1300"/>
            </a:pPr>
            <a:r>
              <a:t>│  User    │ →  │  Flask   │ →  │  Gemini  │ →  │  JSON    │</a:t>
            </a:r>
          </a:p>
          <a:p>
            <a:pPr>
              <a:spcAft>
                <a:spcPts val="600"/>
              </a:spcAft>
              <a:defRPr sz="1300"/>
            </a:pPr>
            <a:r>
              <a:t>│ Uploads  │    │  API     │    │  Vision  │    │  Parser  │</a:t>
            </a:r>
          </a:p>
          <a:p>
            <a:pPr>
              <a:spcAft>
                <a:spcPts val="600"/>
              </a:spcAft>
              <a:defRPr sz="1300"/>
            </a:pPr>
            <a:r>
              <a:t>│ Image    │    │ Validates│    │ Analyzes │    │ Extracts │</a:t>
            </a:r>
          </a:p>
          <a:p>
            <a:pPr>
              <a:spcAft>
                <a:spcPts val="600"/>
              </a:spcAft>
              <a:defRPr sz="1300"/>
            </a:pPr>
            <a:r>
              <a:t>└──────────┘    └──────────┘    └──────────┘    └──────────┘</a:t>
            </a:r>
          </a:p>
          <a:p>
            <a:pPr>
              <a:spcAft>
                <a:spcPts val="600"/>
              </a:spcAft>
              <a:defRPr sz="1300"/>
            </a:pPr>
            <a:r>
              <a:t>                                                   │</a:t>
            </a:r>
          </a:p>
          <a:p>
            <a:pPr>
              <a:spcAft>
                <a:spcPts val="600"/>
              </a:spcAft>
              <a:defRPr sz="1300"/>
            </a:pPr>
            <a:r>
              <a:t>                                                   ▼</a:t>
            </a:r>
          </a:p>
          <a:p>
            <a:pPr>
              <a:spcAft>
                <a:spcPts val="600"/>
              </a:spcAft>
              <a:defRPr sz="1300"/>
            </a:pPr>
            <a:r>
              <a:t>┌──────────┐    ┌──────────┐    ┌──────────┐    ┌──────────┐</a:t>
            </a:r>
          </a:p>
          <a:p>
            <a:pPr>
              <a:spcAft>
                <a:spcPts val="600"/>
              </a:spcAft>
              <a:defRPr sz="1300"/>
            </a:pPr>
            <a:r>
              <a:t>│  User    │ ←  │  Action  │ ←  │  Risk    │ ←  │  Policy  │</a:t>
            </a:r>
          </a:p>
          <a:p>
            <a:pPr>
              <a:spcAft>
                <a:spcPts val="600"/>
              </a:spcAft>
              <a:defRPr sz="1300"/>
            </a:pPr>
            <a:r>
              <a:t>│  Sees    │    │  Buttons │    │  Policy  │    │  Engine  │</a:t>
            </a:r>
          </a:p>
          <a:p>
            <a:pPr>
              <a:spcAft>
                <a:spcPts val="600"/>
              </a:spcAft>
              <a:defRPr sz="1300"/>
            </a:pPr>
            <a:r>
              <a:t>│  Result  │    │  Rendered│    │  Applied │    │  Mapped  │</a:t>
            </a:r>
          </a:p>
          <a:p>
            <a:pPr>
              <a:spcAft>
                <a:spcPts val="600"/>
              </a:spcAft>
              <a:defRPr sz="1300"/>
            </a:pPr>
            <a:r>
              <a:t>└──────────┘    └──────────┘    └──────────┘    └──────────┘</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713"/>
        <p:cNvGrpSpPr/>
        <p:nvPr/>
      </p:nvGrpSpPr>
      <p:grpSpPr>
        <a:xfrm>
          <a:off x="0" y="0"/>
          <a:ext cx="0" cy="0"/>
          <a:chOff x="0" y="0"/>
          <a:chExt cx="0" cy="0"/>
        </a:xfrm>
      </p:grpSpPr>
      <p:sp>
        <p:nvSpPr>
          <p:cNvPr id="2" name="TextBox 1"/>
          <p:cNvSpPr txBox="1"/>
          <p:nvPr/>
        </p:nvSpPr>
        <p:spPr>
          <a:xfrm>
            <a:off x="6300000" y="6588000"/>
            <a:ext cx="720000" cy="360000"/>
          </a:xfrm>
          <a:prstGeom prst="rect">
            <a:avLst/>
          </a:prstGeom>
          <a:noFill/>
        </p:spPr>
        <p:txBody>
          <a:bodyPr wrap="none">
            <a:spAutoFit/>
          </a:bodyPr>
          <a:lstStyle/>
          <a:p>
            <a:pPr>
              <a:defRPr sz="1100"/>
            </a:pPr>
            <a:r>
              <a:t>51</a:t>
            </a:r>
          </a:p>
        </p:txBody>
      </p:sp>
      <p:sp>
        <p:nvSpPr>
          <p:cNvPr id="3" name="TextBox 2"/>
          <p:cNvSpPr txBox="1"/>
          <p:nvPr/>
        </p:nvSpPr>
        <p:spPr>
          <a:xfrm>
            <a:off x="540000" y="180000"/>
            <a:ext cx="7920000" cy="720000"/>
          </a:xfrm>
          <a:prstGeom prst="rect">
            <a:avLst/>
          </a:prstGeom>
          <a:noFill/>
        </p:spPr>
        <p:txBody>
          <a:bodyPr wrap="square">
            <a:spAutoFit/>
          </a:bodyPr>
          <a:lstStyle/>
          <a:p>
            <a:pPr>
              <a:defRPr sz="2800" b="1">
                <a:solidFill>
                  <a:srgbClr val="1A3C6E"/>
                </a:solidFill>
              </a:defRPr>
            </a:pPr>
            <a:r>
              <a:t>System Architecture</a:t>
            </a:r>
          </a:p>
        </p:txBody>
      </p:sp>
      <p:sp>
        <p:nvSpPr>
          <p:cNvPr id="4" name="TextBox 3"/>
          <p:cNvSpPr txBox="1"/>
          <p:nvPr/>
        </p:nvSpPr>
        <p:spPr>
          <a:xfrm>
            <a:off x="540000" y="1007999"/>
            <a:ext cx="7920000" cy="432000"/>
          </a:xfrm>
          <a:prstGeom prst="rect">
            <a:avLst/>
          </a:prstGeom>
          <a:noFill/>
        </p:spPr>
        <p:txBody>
          <a:bodyPr wrap="none">
            <a:spAutoFit/>
          </a:bodyPr>
          <a:lstStyle/>
          <a:p>
            <a:pPr>
              <a:defRPr sz="1800" b="1">
                <a:solidFill>
                  <a:srgbClr val="2B579A"/>
                </a:solidFill>
              </a:defRPr>
            </a:pPr>
            <a:r>
              <a:t>Multimodal Hazard-Aware Pipeline</a:t>
            </a:r>
          </a:p>
        </p:txBody>
      </p:sp>
      <p:pic>
        <p:nvPicPr>
          <p:cNvPr id="5" name="Picture 4" descr="system_architecture.png"/>
          <p:cNvPicPr>
            <a:picLocks noChangeAspect="1"/>
          </p:cNvPicPr>
          <p:nvPr/>
        </p:nvPicPr>
        <p:blipFill>
          <a:blip r:embed="rId4"/>
          <a:stretch>
            <a:fillRect/>
          </a:stretch>
        </p:blipFill>
        <p:spPr>
          <a:xfrm>
            <a:off x="720000" y="1440000"/>
            <a:ext cx="7200000" cy="5040000"/>
          </a:xfrm>
          <a:prstGeom prst="rect">
            <a:avLst/>
          </a:prstGeom>
        </p:spPr>
      </p:pic>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show="0">
  <p:cSld>
    <p:spTree>
      <p:nvGrpSpPr>
        <p:cNvPr id="1" name="Shape 721"/>
        <p:cNvGrpSpPr/>
        <p:nvPr/>
      </p:nvGrpSpPr>
      <p:grpSpPr>
        <a:xfrm>
          <a:off x="0" y="0"/>
          <a:ext cx="0" cy="0"/>
          <a:chOff x="0" y="0"/>
          <a:chExt cx="0" cy="0"/>
        </a:xfrm>
      </p:grpSpPr>
      <p:sp>
        <p:nvSpPr>
          <p:cNvPr id="2" name="TextBox 1"/>
          <p:cNvSpPr txBox="1"/>
          <p:nvPr/>
        </p:nvSpPr>
        <p:spPr>
          <a:xfrm>
            <a:off x="6300000" y="6588000"/>
            <a:ext cx="720000" cy="360000"/>
          </a:xfrm>
          <a:prstGeom prst="rect">
            <a:avLst/>
          </a:prstGeom>
          <a:noFill/>
        </p:spPr>
        <p:txBody>
          <a:bodyPr wrap="none">
            <a:spAutoFit/>
          </a:bodyPr>
          <a:lstStyle/>
          <a:p>
            <a:pPr>
              <a:defRPr sz="1100"/>
            </a:pPr>
            <a:r>
              <a:t>52</a:t>
            </a:r>
          </a:p>
        </p:txBody>
      </p:sp>
      <p:sp>
        <p:nvSpPr>
          <p:cNvPr id="3" name="TextBox 2"/>
          <p:cNvSpPr txBox="1"/>
          <p:nvPr/>
        </p:nvSpPr>
        <p:spPr>
          <a:xfrm>
            <a:off x="540000" y="180000"/>
            <a:ext cx="7920000" cy="720000"/>
          </a:xfrm>
          <a:prstGeom prst="rect">
            <a:avLst/>
          </a:prstGeom>
          <a:noFill/>
        </p:spPr>
        <p:txBody>
          <a:bodyPr wrap="square">
            <a:spAutoFit/>
          </a:bodyPr>
          <a:lstStyle/>
          <a:p>
            <a:pPr>
              <a:defRPr sz="2800" b="1">
                <a:solidFill>
                  <a:srgbClr val="1A3C6E"/>
                </a:solidFill>
              </a:defRPr>
            </a:pPr>
            <a:r>
              <a:t>State Transition Diagram</a:t>
            </a:r>
          </a:p>
        </p:txBody>
      </p:sp>
      <p:pic>
        <p:nvPicPr>
          <p:cNvPr id="4" name="Picture 3" descr="state_transition.png"/>
          <p:cNvPicPr>
            <a:picLocks noChangeAspect="1"/>
          </p:cNvPicPr>
          <p:nvPr/>
        </p:nvPicPr>
        <p:blipFill>
          <a:blip r:embed="rId4"/>
          <a:stretch>
            <a:fillRect/>
          </a:stretch>
        </p:blipFill>
        <p:spPr>
          <a:xfrm>
            <a:off x="360000" y="1080000"/>
            <a:ext cx="7740000" cy="5040000"/>
          </a:xfrm>
          <a:prstGeom prst="rect">
            <a:avLst/>
          </a:prstGeom>
        </p:spPr>
      </p:pic>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show="0">
  <p:cSld>
    <p:spTree>
      <p:nvGrpSpPr>
        <p:cNvPr id="1" name="Shape 729"/>
        <p:cNvGrpSpPr/>
        <p:nvPr/>
      </p:nvGrpSpPr>
      <p:grpSpPr>
        <a:xfrm>
          <a:off x="0" y="0"/>
          <a:ext cx="0" cy="0"/>
          <a:chOff x="0" y="0"/>
          <a:chExt cx="0" cy="0"/>
        </a:xfrm>
      </p:grpSpPr>
      <p:sp>
        <p:nvSpPr>
          <p:cNvPr id="2" name="TextBox 1"/>
          <p:cNvSpPr txBox="1"/>
          <p:nvPr/>
        </p:nvSpPr>
        <p:spPr>
          <a:xfrm>
            <a:off x="6300000" y="6588000"/>
            <a:ext cx="720000" cy="360000"/>
          </a:xfrm>
          <a:prstGeom prst="rect">
            <a:avLst/>
          </a:prstGeom>
          <a:noFill/>
        </p:spPr>
        <p:txBody>
          <a:bodyPr wrap="none">
            <a:spAutoFit/>
          </a:bodyPr>
          <a:lstStyle/>
          <a:p>
            <a:pPr>
              <a:defRPr sz="1100"/>
            </a:pPr>
            <a:r>
              <a:t>53</a:t>
            </a:r>
          </a:p>
        </p:txBody>
      </p:sp>
      <p:sp>
        <p:nvSpPr>
          <p:cNvPr id="3" name="TextBox 2"/>
          <p:cNvSpPr txBox="1"/>
          <p:nvPr/>
        </p:nvSpPr>
        <p:spPr>
          <a:xfrm>
            <a:off x="540000" y="180000"/>
            <a:ext cx="7920000" cy="720000"/>
          </a:xfrm>
          <a:prstGeom prst="rect">
            <a:avLst/>
          </a:prstGeom>
          <a:noFill/>
        </p:spPr>
        <p:txBody>
          <a:bodyPr wrap="square">
            <a:spAutoFit/>
          </a:bodyPr>
          <a:lstStyle/>
          <a:p>
            <a:pPr>
              <a:defRPr sz="2800" b="1">
                <a:solidFill>
                  <a:srgbClr val="1A3C6E"/>
                </a:solidFill>
              </a:defRPr>
            </a:pPr>
            <a:r>
              <a:t>Use Case Diagram</a:t>
            </a:r>
          </a:p>
        </p:txBody>
      </p:sp>
      <p:pic>
        <p:nvPicPr>
          <p:cNvPr id="4" name="Picture 3" descr="use-case.png"/>
          <p:cNvPicPr>
            <a:picLocks noChangeAspect="1"/>
          </p:cNvPicPr>
          <p:nvPr/>
        </p:nvPicPr>
        <p:blipFill>
          <a:blip r:embed="rId4"/>
          <a:stretch>
            <a:fillRect/>
          </a:stretch>
        </p:blipFill>
        <p:spPr>
          <a:xfrm>
            <a:off x="360000" y="1080000"/>
            <a:ext cx="7740000" cy="5040000"/>
          </a:xfrm>
          <a:prstGeom prst="rect">
            <a:avLst/>
          </a:prstGeom>
        </p:spPr>
      </p:pic>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show="0">
  <p:cSld>
    <p:spTree>
      <p:nvGrpSpPr>
        <p:cNvPr id="1" name="Shape 737"/>
        <p:cNvGrpSpPr/>
        <p:nvPr/>
      </p:nvGrpSpPr>
      <p:grpSpPr>
        <a:xfrm>
          <a:off x="0" y="0"/>
          <a:ext cx="0" cy="0"/>
          <a:chOff x="0" y="0"/>
          <a:chExt cx="0" cy="0"/>
        </a:xfrm>
      </p:grpSpPr>
      <p:sp>
        <p:nvSpPr>
          <p:cNvPr id="2" name="TextBox 1"/>
          <p:cNvSpPr txBox="1"/>
          <p:nvPr/>
        </p:nvSpPr>
        <p:spPr>
          <a:xfrm>
            <a:off x="6300000" y="6588000"/>
            <a:ext cx="720000" cy="360000"/>
          </a:xfrm>
          <a:prstGeom prst="rect">
            <a:avLst/>
          </a:prstGeom>
          <a:noFill/>
        </p:spPr>
        <p:txBody>
          <a:bodyPr wrap="none">
            <a:spAutoFit/>
          </a:bodyPr>
          <a:lstStyle/>
          <a:p>
            <a:pPr>
              <a:defRPr sz="1100"/>
            </a:pPr>
            <a:r>
              <a:t>54</a:t>
            </a:r>
          </a:p>
        </p:txBody>
      </p:sp>
      <p:sp>
        <p:nvSpPr>
          <p:cNvPr id="3" name="TextBox 2"/>
          <p:cNvSpPr txBox="1"/>
          <p:nvPr/>
        </p:nvSpPr>
        <p:spPr>
          <a:xfrm>
            <a:off x="540000" y="180000"/>
            <a:ext cx="7920000" cy="720000"/>
          </a:xfrm>
          <a:prstGeom prst="rect">
            <a:avLst/>
          </a:prstGeom>
          <a:noFill/>
        </p:spPr>
        <p:txBody>
          <a:bodyPr wrap="square">
            <a:spAutoFit/>
          </a:bodyPr>
          <a:lstStyle/>
          <a:p>
            <a:pPr>
              <a:defRPr sz="2800" b="1">
                <a:solidFill>
                  <a:srgbClr val="1A3C6E"/>
                </a:solidFill>
              </a:defRPr>
            </a:pPr>
            <a:r>
              <a:t>Test Images: Shaniwar Wada</a:t>
            </a:r>
          </a:p>
        </p:txBody>
      </p:sp>
      <p:sp>
        <p:nvSpPr>
          <p:cNvPr id="4" name="TextBox 3"/>
          <p:cNvSpPr txBox="1"/>
          <p:nvPr/>
        </p:nvSpPr>
        <p:spPr>
          <a:xfrm>
            <a:off x="540000" y="1007999"/>
            <a:ext cx="7920000" cy="432000"/>
          </a:xfrm>
          <a:prstGeom prst="rect">
            <a:avLst/>
          </a:prstGeom>
          <a:noFill/>
        </p:spPr>
        <p:txBody>
          <a:bodyPr wrap="none">
            <a:spAutoFit/>
          </a:bodyPr>
          <a:lstStyle/>
          <a:p>
            <a:pPr>
              <a:defRPr sz="1800" b="1">
                <a:solidFill>
                  <a:srgbClr val="2B579A"/>
                </a:solidFill>
              </a:defRPr>
            </a:pPr>
            <a:r>
              <a:t>Regular vs Hazardous Scene Classification</a:t>
            </a:r>
          </a:p>
        </p:txBody>
      </p:sp>
      <p:pic>
        <p:nvPicPr>
          <p:cNvPr id="5" name="Picture 4" descr="shaniwar_wada_cropped.jpg"/>
          <p:cNvPicPr>
            <a:picLocks noChangeAspect="1"/>
          </p:cNvPicPr>
          <p:nvPr/>
        </p:nvPicPr>
        <p:blipFill>
          <a:blip r:embed="rId4"/>
          <a:stretch>
            <a:fillRect/>
          </a:stretch>
        </p:blipFill>
        <p:spPr>
          <a:xfrm>
            <a:off x="540000" y="1440000"/>
            <a:ext cx="3600000" cy="2700000"/>
          </a:xfrm>
          <a:prstGeom prst="rect">
            <a:avLst/>
          </a:prstGeom>
        </p:spPr>
      </p:pic>
      <p:pic>
        <p:nvPicPr>
          <p:cNvPr id="6" name="Picture 5" descr="shaniwar_wada_flames_cropped.png"/>
          <p:cNvPicPr>
            <a:picLocks noChangeAspect="1"/>
          </p:cNvPicPr>
          <p:nvPr/>
        </p:nvPicPr>
        <p:blipFill>
          <a:blip r:embed="rId5"/>
          <a:stretch>
            <a:fillRect/>
          </a:stretch>
        </p:blipFill>
        <p:spPr>
          <a:xfrm>
            <a:off x="4500000" y="1440000"/>
            <a:ext cx="3600000" cy="2700000"/>
          </a:xfrm>
          <a:prstGeom prst="rect">
            <a:avLst/>
          </a:prstGeom>
        </p:spPr>
      </p:pic>
      <p:sp>
        <p:nvSpPr>
          <p:cNvPr id="7" name="TextBox 6"/>
          <p:cNvSpPr txBox="1"/>
          <p:nvPr/>
        </p:nvSpPr>
        <p:spPr>
          <a:xfrm>
            <a:off x="540000" y="4140000"/>
            <a:ext cx="3600000" cy="720000"/>
          </a:xfrm>
          <a:prstGeom prst="rect">
            <a:avLst/>
          </a:prstGeom>
          <a:noFill/>
        </p:spPr>
        <p:txBody>
          <a:bodyPr wrap="square">
            <a:spAutoFit/>
          </a:bodyPr>
          <a:lstStyle/>
          <a:p>
            <a:pPr>
              <a:spcAft>
                <a:spcPts val="600"/>
              </a:spcAft>
              <a:defRPr sz="1400"/>
            </a:pPr>
            <a:r>
              <a:t>(a) Regular Shaniwar Wada</a:t>
            </a:r>
          </a:p>
          <a:p>
            <a:pPr>
              <a:spcAft>
                <a:spcPts val="600"/>
              </a:spcAft>
              <a:defRPr sz="1400"/>
            </a:pPr>
            <a:r>
              <a:t>Low Risk · Confidence 0.95 · Learn More</a:t>
            </a:r>
          </a:p>
        </p:txBody>
      </p:sp>
      <p:sp>
        <p:nvSpPr>
          <p:cNvPr id="8" name="TextBox 7"/>
          <p:cNvSpPr txBox="1"/>
          <p:nvPr/>
        </p:nvSpPr>
        <p:spPr>
          <a:xfrm>
            <a:off x="4500000" y="4140000"/>
            <a:ext cx="3600000" cy="720000"/>
          </a:xfrm>
          <a:prstGeom prst="rect">
            <a:avLst/>
          </a:prstGeom>
          <a:noFill/>
        </p:spPr>
        <p:txBody>
          <a:bodyPr wrap="square">
            <a:spAutoFit/>
          </a:bodyPr>
          <a:lstStyle/>
          <a:p>
            <a:pPr>
              <a:spcAft>
                <a:spcPts val="600"/>
              </a:spcAft>
              <a:defRPr sz="1400"/>
            </a:pPr>
            <a:r>
              <a:t>(b) Fire-affected Shaniwar Wada</a:t>
            </a:r>
          </a:p>
          <a:p>
            <a:pPr>
              <a:spcAft>
                <a:spcPts val="600"/>
              </a:spcAft>
              <a:defRPr sz="1400"/>
            </a:pPr>
            <a:r>
              <a:t>High Risk · Confidence 0.85 · Report Incident</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show="0">
  <p:cSld>
    <p:spTree>
      <p:nvGrpSpPr>
        <p:cNvPr id="1" name="Shape 745"/>
        <p:cNvGrpSpPr/>
        <p:nvPr/>
      </p:nvGrpSpPr>
      <p:grpSpPr>
        <a:xfrm>
          <a:off x="0" y="0"/>
          <a:ext cx="0" cy="0"/>
          <a:chOff x="0" y="0"/>
          <a:chExt cx="0" cy="0"/>
        </a:xfrm>
      </p:grpSpPr>
      <p:sp>
        <p:nvSpPr>
          <p:cNvPr id="2" name="TextBox 1"/>
          <p:cNvSpPr txBox="1"/>
          <p:nvPr/>
        </p:nvSpPr>
        <p:spPr>
          <a:xfrm>
            <a:off x="6300000" y="6588000"/>
            <a:ext cx="720000" cy="360000"/>
          </a:xfrm>
          <a:prstGeom prst="rect">
            <a:avLst/>
          </a:prstGeom>
          <a:noFill/>
        </p:spPr>
        <p:txBody>
          <a:bodyPr wrap="none">
            <a:spAutoFit/>
          </a:bodyPr>
          <a:lstStyle/>
          <a:p>
            <a:pPr>
              <a:defRPr sz="1100"/>
            </a:pPr>
            <a:r>
              <a:t>55</a:t>
            </a:r>
          </a:p>
        </p:txBody>
      </p:sp>
      <p:sp>
        <p:nvSpPr>
          <p:cNvPr id="3" name="TextBox 2"/>
          <p:cNvSpPr txBox="1"/>
          <p:nvPr/>
        </p:nvSpPr>
        <p:spPr>
          <a:xfrm>
            <a:off x="540000" y="180000"/>
            <a:ext cx="7920000" cy="720000"/>
          </a:xfrm>
          <a:prstGeom prst="rect">
            <a:avLst/>
          </a:prstGeom>
          <a:noFill/>
        </p:spPr>
        <p:txBody>
          <a:bodyPr wrap="square">
            <a:spAutoFit/>
          </a:bodyPr>
          <a:lstStyle/>
          <a:p>
            <a:pPr>
              <a:defRPr sz="2800" b="1">
                <a:solidFill>
                  <a:srgbClr val="1A3C6E"/>
                </a:solidFill>
              </a:defRPr>
            </a:pPr>
            <a:r>
              <a:t>Test Case Results</a:t>
            </a:r>
          </a:p>
        </p:txBody>
      </p:sp>
      <p:sp>
        <p:nvSpPr>
          <p:cNvPr id="4" name="TextBox 3"/>
          <p:cNvSpPr txBox="1"/>
          <p:nvPr/>
        </p:nvSpPr>
        <p:spPr>
          <a:xfrm>
            <a:off x="540000" y="1152000"/>
            <a:ext cx="7920000" cy="360000"/>
          </a:xfrm>
          <a:prstGeom prst="rect">
            <a:avLst/>
          </a:prstGeom>
          <a:noFill/>
        </p:spPr>
        <p:txBody>
          <a:bodyPr wrap="square">
            <a:spAutoFit/>
          </a:bodyPr>
          <a:lstStyle/>
          <a:p>
            <a:pPr>
              <a:spcAft>
                <a:spcPts val="600"/>
              </a:spcAft>
              <a:defRPr sz="1400"/>
            </a:pPr>
            <a:r>
              <a:t>Test Case                              Result</a:t>
            </a:r>
          </a:p>
        </p:txBody>
      </p:sp>
      <p:sp>
        <p:nvSpPr>
          <p:cNvPr id="5" name="TextBox 4"/>
          <p:cNvSpPr txBox="1"/>
          <p:nvPr/>
        </p:nvSpPr>
        <p:spPr>
          <a:xfrm>
            <a:off x="540000" y="1620000"/>
            <a:ext cx="7920000" cy="4680000"/>
          </a:xfrm>
          <a:prstGeom prst="rect">
            <a:avLst/>
          </a:prstGeom>
          <a:noFill/>
        </p:spPr>
        <p:txBody>
          <a:bodyPr wrap="square">
            <a:spAutoFit/>
          </a:bodyPr>
          <a:lstStyle/>
          <a:p>
            <a:pPr>
              <a:spcAft>
                <a:spcPts val="600"/>
              </a:spcAft>
              <a:defRPr sz="1400"/>
            </a:pPr>
            <a:r>
              <a:t>1. Upload and analyze image                PASS</a:t>
            </a:r>
          </a:p>
          <a:p>
            <a:pPr>
              <a:spcAft>
                <a:spcPts val="600"/>
              </a:spcAft>
              <a:defRPr sz="1400"/>
            </a:pPr>
            <a:r>
              <a:t>2. Normal landmark → low risk               PASS</a:t>
            </a:r>
          </a:p>
          <a:p>
            <a:pPr>
              <a:spcAft>
                <a:spcPts val="600"/>
              </a:spcAft>
              <a:defRPr sz="1400"/>
            </a:pPr>
            <a:r>
              <a:t>3. Hazardous image → high risk              PASS</a:t>
            </a:r>
          </a:p>
          <a:p>
            <a:pPr>
              <a:spcAft>
                <a:spcPts val="600"/>
              </a:spcAft>
              <a:defRPr sz="1400"/>
            </a:pPr>
            <a:r>
              <a:t>4. Report requires confirmation             PASS</a:t>
            </a:r>
          </a:p>
          <a:p>
            <a:pPr>
              <a:spcAft>
                <a:spcPts val="600"/>
              </a:spcAft>
              <a:defRPr sz="1400"/>
            </a:pPr>
            <a:r>
              <a:t>5. Invalid response → safe fallback         PASS</a:t>
            </a:r>
          </a:p>
          <a:p>
            <a:pPr>
              <a:spcAft>
                <a:spcPts val="600"/>
              </a:spcAft>
              <a:defRPr sz="1400"/>
            </a:pPr>
            <a:r>
              <a:t>6. Learn More fetches knowledge             PASS</a:t>
            </a:r>
          </a:p>
          <a:p>
            <a:pPr>
              <a:spcAft>
                <a:spcPts val="600"/>
              </a:spcAft>
              <a:defRPr sz="1400"/>
            </a:pPr>
            <a:r>
              <a:t>7. Model outputs saved in SQLite            PASS</a:t>
            </a:r>
          </a:p>
          <a:p>
            <a:pPr>
              <a:spcAft>
                <a:spcPts val="600"/>
              </a:spcAft>
              <a:defRPr sz="1400"/>
            </a:pPr>
            <a:r>
              <a:t>8. Actions logged in SQLite                 PASS</a:t>
            </a:r>
          </a:p>
          <a:p>
            <a:pPr>
              <a:spcAft>
                <a:spcPts val="600"/>
              </a:spcAft>
              <a:defRPr sz="1400"/>
            </a:pPr>
            <a:r>
              <a:t>9. Incidents only after confirmation        PASS</a:t>
            </a:r>
          </a:p>
          <a:p>
            <a:pPr>
              <a:spcAft>
                <a:spcPts val="600"/>
              </a:spcAft>
              <a:defRPr sz="1400"/>
            </a:pPr>
            <a:r>
              <a:t>10. Uncertain output → ask for context      PASS</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show="0">
  <p:cSld>
    <p:spTree>
      <p:nvGrpSpPr>
        <p:cNvPr id="1" name="Shape 754"/>
        <p:cNvGrpSpPr/>
        <p:nvPr/>
      </p:nvGrpSpPr>
      <p:grpSpPr>
        <a:xfrm>
          <a:off x="0" y="0"/>
          <a:ext cx="0" cy="0"/>
          <a:chOff x="0" y="0"/>
          <a:chExt cx="0" cy="0"/>
        </a:xfrm>
      </p:grpSpPr>
      <p:sp>
        <p:nvSpPr>
          <p:cNvPr id="2" name="TextBox 1"/>
          <p:cNvSpPr txBox="1"/>
          <p:nvPr/>
        </p:nvSpPr>
        <p:spPr>
          <a:xfrm>
            <a:off x="6300000" y="6588000"/>
            <a:ext cx="720000" cy="360000"/>
          </a:xfrm>
          <a:prstGeom prst="rect">
            <a:avLst/>
          </a:prstGeom>
          <a:noFill/>
        </p:spPr>
        <p:txBody>
          <a:bodyPr wrap="none">
            <a:spAutoFit/>
          </a:bodyPr>
          <a:lstStyle/>
          <a:p>
            <a:pPr>
              <a:defRPr sz="1100"/>
            </a:pPr>
            <a:r>
              <a:t>56</a:t>
            </a:r>
          </a:p>
        </p:txBody>
      </p:sp>
      <p:sp>
        <p:nvSpPr>
          <p:cNvPr id="3" name="TextBox 2"/>
          <p:cNvSpPr txBox="1"/>
          <p:nvPr/>
        </p:nvSpPr>
        <p:spPr>
          <a:xfrm>
            <a:off x="540000" y="108000"/>
            <a:ext cx="7920000" cy="720000"/>
          </a:xfrm>
          <a:prstGeom prst="rect">
            <a:avLst/>
          </a:prstGeom>
          <a:noFill/>
        </p:spPr>
        <p:txBody>
          <a:bodyPr wrap="square">
            <a:spAutoFit/>
          </a:bodyPr>
          <a:lstStyle/>
          <a:p>
            <a:pPr>
              <a:defRPr sz="2800" b="1">
                <a:solidFill>
                  <a:srgbClr val="1A3C6E"/>
                </a:solidFill>
              </a:defRPr>
            </a:pPr>
            <a:r>
              <a:t>Deployment Architecture</a:t>
            </a:r>
          </a:p>
        </p:txBody>
      </p:sp>
      <p:pic>
        <p:nvPicPr>
          <p:cNvPr id="4" name="Picture 3" descr="ufd.png"/>
          <p:cNvPicPr>
            <a:picLocks noChangeAspect="1"/>
          </p:cNvPicPr>
          <p:nvPr/>
        </p:nvPicPr>
        <p:blipFill>
          <a:blip r:embed="rId5"/>
          <a:stretch>
            <a:fillRect/>
          </a:stretch>
        </p:blipFill>
        <p:spPr>
          <a:xfrm>
            <a:off x="720000" y="1440000"/>
            <a:ext cx="7200000" cy="5040000"/>
          </a:xfrm>
          <a:prstGeom prst="rect">
            <a:avLst/>
          </a:prstGeom>
        </p:spPr>
      </p:pic>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show="0">
  <p:cSld>
    <p:spTree>
      <p:pic>
        <p:nvPicPr>
          <p:cNvPr id="768" name="Google Shape;768;p70" descr="C:\Users\DELL\Desktop\pccoer.jpg"/>
          <p:cNvPicPr preferRelativeResize="0"/>
          <p:nvPr/>
        </p:nvPicPr>
        <p:blipFill rotWithShape="1">
          <a:blip r:embed="rId3">
            <a:alphaModFix/>
          </a:blip>
          <a:srcRect/>
          <a:stretch/>
        </p:blipFill>
        <p:spPr>
          <a:xfrm>
            <a:off x="3657600" y="0"/>
            <a:ext cx="1371600" cy="910828"/>
          </a:xfrm>
          <a:prstGeom prst="rect">
            <a:avLst/>
          </a:prstGeom>
          <a:noFill/>
          <a:ln>
            <a:noFill/>
          </a:ln>
        </p:spPr>
      </p:pic>
      <p:nvGrpSpPr>
        <p:cNvPr id="1" name="Shape 764"/>
        <p:cNvGrpSpPr/>
        <p:nvPr/>
      </p:nvGrpSpPr>
      <p:grpSpPr>
        <a:xfrm>
          <a:off x="0" y="0"/>
          <a:ext cx="0" cy="0"/>
          <a:chOff x="0" y="0"/>
          <a:chExt cx="0" cy="0"/>
        </a:xfrm>
      </p:grpSpPr>
      <p:sp>
        <p:nvSpPr>
          <p:cNvPr id="769" name="TextBox 768"/>
          <p:cNvSpPr txBox="1"/>
          <p:nvPr/>
        </p:nvSpPr>
        <p:spPr>
          <a:xfrm>
            <a:off x="6300000" y="6588000"/>
            <a:ext cx="720000" cy="360000"/>
          </a:xfrm>
          <a:prstGeom prst="rect">
            <a:avLst/>
          </a:prstGeom>
          <a:noFill/>
        </p:spPr>
        <p:txBody>
          <a:bodyPr wrap="none">
            <a:spAutoFit/>
          </a:bodyPr>
          <a:lstStyle/>
          <a:p>
            <a:pPr>
              <a:defRPr sz="1100"/>
            </a:pPr>
            <a:r>
              <a:t>57</a:t>
            </a:r>
          </a:p>
        </p:txBody>
      </p:sp>
      <p:sp>
        <p:nvSpPr>
          <p:cNvPr id="770" name="TextBox 769"/>
          <p:cNvSpPr txBox="1"/>
          <p:nvPr/>
        </p:nvSpPr>
        <p:spPr>
          <a:xfrm>
            <a:off x="540000" y="180000"/>
            <a:ext cx="7920000" cy="720000"/>
          </a:xfrm>
          <a:prstGeom prst="rect">
            <a:avLst/>
          </a:prstGeom>
          <a:noFill/>
        </p:spPr>
        <p:txBody>
          <a:bodyPr wrap="square">
            <a:spAutoFit/>
          </a:bodyPr>
          <a:lstStyle/>
          <a:p>
            <a:pPr>
              <a:defRPr sz="2800" b="1">
                <a:solidFill>
                  <a:srgbClr val="1A3C6E"/>
                </a:solidFill>
              </a:defRPr>
            </a:pPr>
            <a:r>
              <a:t>Run Log Dataset</a:t>
            </a:r>
          </a:p>
        </p:txBody>
      </p:sp>
      <p:sp>
        <p:nvSpPr>
          <p:cNvPr id="771" name="TextBox 770"/>
          <p:cNvSpPr txBox="1"/>
          <p:nvPr/>
        </p:nvSpPr>
        <p:spPr>
          <a:xfrm>
            <a:off x="540000" y="1080000"/>
            <a:ext cx="7920000" cy="5400000"/>
          </a:xfrm>
          <a:prstGeom prst="rect">
            <a:avLst/>
          </a:prstGeom>
          <a:noFill/>
        </p:spPr>
        <p:txBody>
          <a:bodyPr wrap="square">
            <a:spAutoFit/>
          </a:bodyPr>
          <a:lstStyle/>
          <a:p>
            <a:pPr>
              <a:spcAft>
                <a:spcPts val="600"/>
              </a:spcAft>
              <a:defRPr sz="1300"/>
            </a:pPr>
            <a:r>
              <a:t>Total analyzed runs:        22</a:t>
            </a:r>
          </a:p>
          <a:p>
            <a:pPr>
              <a:spcAft>
                <a:spcPts val="600"/>
              </a:spcAft>
              <a:defRPr sz="1300"/>
            </a:pPr>
            <a:r>
              <a:t>Distinct user sessions:     14</a:t>
            </a:r>
          </a:p>
          <a:p>
            <a:pPr>
              <a:spcAft>
                <a:spcPts val="600"/>
              </a:spcAft>
              <a:defRPr sz="1300"/>
            </a:pPr>
            <a:r>
              <a:t>Database tables:            5</a:t>
            </a:r>
          </a:p>
          <a:p>
            <a:pPr>
              <a:spcAft>
                <a:spcPts val="600"/>
              </a:spcAft>
              <a:defRPr sz="1300"/>
            </a:pPr>
            <a:r>
              <a:t>  - sessions: stores conversation sessions</a:t>
            </a:r>
          </a:p>
          <a:p>
            <a:pPr>
              <a:spcAft>
                <a:spcPts val="600"/>
              </a:spcAft>
              <a:defRPr sz="1300"/>
            </a:pPr>
            <a:r>
              <a:t>  - messages: user and assistant messages</a:t>
            </a:r>
          </a:p>
          <a:p>
            <a:pPr>
              <a:spcAft>
                <a:spcPts val="600"/>
              </a:spcAft>
              <a:defRPr sz="1300"/>
            </a:pPr>
            <a:r>
              <a:t>  - model_outputs: risk, confidence, JSON payload</a:t>
            </a:r>
          </a:p>
          <a:p>
            <a:pPr>
              <a:spcAft>
                <a:spcPts val="600"/>
              </a:spcAft>
              <a:defRPr sz="1300"/>
            </a:pPr>
            <a:r>
              <a:t>  - actions: user-selected actions</a:t>
            </a:r>
          </a:p>
          <a:p>
            <a:pPr>
              <a:spcAft>
                <a:spcPts val="600"/>
              </a:spcAft>
              <a:defRPr sz="1300"/>
            </a:pPr>
            <a:r>
              <a:t>  - incidents: confirmed reports + notification</a:t>
            </a:r>
          </a:p>
          <a:p>
            <a:pPr>
              <a:spcAft>
                <a:spcPts val="600"/>
              </a:spcAft>
              <a:defRPr sz="1300"/>
            </a:pPr>
          </a:p>
          <a:p>
            <a:pPr>
              <a:spcAft>
                <a:spcPts val="600"/>
              </a:spcAft>
              <a:defRPr sz="1300"/>
            </a:pPr>
            <a:r>
              <a:t>Key design: Raw images not stored by default.</a:t>
            </a:r>
          </a:p>
          <a:p>
            <a:pPr>
              <a:spcAft>
                <a:spcPts val="600"/>
              </a:spcAft>
              <a:defRPr sz="1300"/>
            </a:pPr>
            <a:r>
              <a:t>Image hash saved for traceability and privacy.</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show="0">
  <p:cSld>
    <p:spTree>
      <p:pic>
        <p:nvPicPr>
          <p:cNvPr id="777" name="Google Shape;777;p71" descr="C:\Users\DELL\Desktop\pccoer.jpg"/>
          <p:cNvPicPr preferRelativeResize="0"/>
          <p:nvPr/>
        </p:nvPicPr>
        <p:blipFill rotWithShape="1">
          <a:blip r:embed="rId3">
            <a:alphaModFix/>
          </a:blip>
          <a:srcRect/>
          <a:stretch/>
        </p:blipFill>
        <p:spPr>
          <a:xfrm>
            <a:off x="3657600" y="0"/>
            <a:ext cx="1371600" cy="771900"/>
          </a:xfrm>
          <a:prstGeom prst="rect">
            <a:avLst/>
          </a:prstGeom>
          <a:noFill/>
          <a:ln>
            <a:noFill/>
          </a:ln>
        </p:spPr>
      </p:pic>
      <p:nvGrpSpPr>
        <p:cNvPr id="1" name="Shape 773"/>
        <p:cNvGrpSpPr/>
        <p:nvPr/>
      </p:nvGrpSpPr>
      <p:grpSpPr>
        <a:xfrm>
          <a:off x="0" y="0"/>
          <a:ext cx="0" cy="0"/>
          <a:chOff x="0" y="0"/>
          <a:chExt cx="0" cy="0"/>
        </a:xfrm>
      </p:grpSpPr>
      <p:sp>
        <p:nvSpPr>
          <p:cNvPr id="778" name="TextBox 777"/>
          <p:cNvSpPr txBox="1"/>
          <p:nvPr/>
        </p:nvSpPr>
        <p:spPr>
          <a:xfrm>
            <a:off x="6300000" y="6588000"/>
            <a:ext cx="720000" cy="360000"/>
          </a:xfrm>
          <a:prstGeom prst="rect">
            <a:avLst/>
          </a:prstGeom>
          <a:noFill/>
        </p:spPr>
        <p:txBody>
          <a:bodyPr wrap="none">
            <a:spAutoFit/>
          </a:bodyPr>
          <a:lstStyle/>
          <a:p>
            <a:pPr>
              <a:defRPr sz="1100"/>
            </a:pPr>
            <a:r>
              <a:t>58</a:t>
            </a:r>
          </a:p>
        </p:txBody>
      </p:sp>
      <p:sp>
        <p:nvSpPr>
          <p:cNvPr id="779" name="TextBox 778"/>
          <p:cNvSpPr txBox="1"/>
          <p:nvPr/>
        </p:nvSpPr>
        <p:spPr>
          <a:xfrm>
            <a:off x="540000" y="180000"/>
            <a:ext cx="7920000" cy="720000"/>
          </a:xfrm>
          <a:prstGeom prst="rect">
            <a:avLst/>
          </a:prstGeom>
          <a:noFill/>
        </p:spPr>
        <p:txBody>
          <a:bodyPr wrap="square">
            <a:spAutoFit/>
          </a:bodyPr>
          <a:lstStyle/>
          <a:p>
            <a:pPr>
              <a:defRPr sz="2800" b="1">
                <a:solidFill>
                  <a:srgbClr val="1A3C6E"/>
                </a:solidFill>
              </a:defRPr>
            </a:pPr>
            <a:r>
              <a:t>System Components</a:t>
            </a:r>
          </a:p>
        </p:txBody>
      </p:sp>
      <p:sp>
        <p:nvSpPr>
          <p:cNvPr id="780" name="TextBox 779"/>
          <p:cNvSpPr txBox="1"/>
          <p:nvPr/>
        </p:nvSpPr>
        <p:spPr>
          <a:xfrm>
            <a:off x="540000" y="1080000"/>
            <a:ext cx="7920000" cy="5400000"/>
          </a:xfrm>
          <a:prstGeom prst="rect">
            <a:avLst/>
          </a:prstGeom>
          <a:noFill/>
        </p:spPr>
        <p:txBody>
          <a:bodyPr wrap="square">
            <a:spAutoFit/>
          </a:bodyPr>
          <a:lstStyle/>
          <a:p>
            <a:pPr>
              <a:spcAft>
                <a:spcPts val="600"/>
              </a:spcAft>
              <a:defRPr sz="1300"/>
            </a:pPr>
            <a:r>
              <a:t>Component                Responsibility</a:t>
            </a:r>
          </a:p>
          <a:p>
            <a:pPr>
              <a:spcAft>
                <a:spcPts val="600"/>
              </a:spcAft>
              <a:defRPr sz="1300"/>
            </a:pPr>
            <a:r>
              <a:t>────────────────────────────────────────────</a:t>
            </a:r>
          </a:p>
          <a:p>
            <a:pPr>
              <a:spcAft>
                <a:spcPts val="600"/>
              </a:spcAft>
              <a:defRPr sz="1300"/>
            </a:pPr>
            <a:r>
              <a:t>React UI              Image upload, preview,</a:t>
            </a:r>
          </a:p>
          <a:p>
            <a:pPr>
              <a:spcAft>
                <a:spcPts val="600"/>
              </a:spcAft>
              <a:defRPr sz="1300"/>
            </a:pPr>
            <a:r>
              <a:t>                      chat display, action buttons</a:t>
            </a:r>
          </a:p>
          <a:p>
            <a:pPr>
              <a:spcAft>
                <a:spcPts val="600"/>
              </a:spcAft>
              <a:defRPr sz="1300"/>
            </a:pPr>
            <a:r>
              <a:t>Flask API             Request handling, validation,</a:t>
            </a:r>
          </a:p>
          <a:p>
            <a:pPr>
              <a:spcAft>
                <a:spcPts val="600"/>
              </a:spcAft>
              <a:defRPr sz="1300"/>
            </a:pPr>
            <a:r>
              <a:t>                      response construction, DB ops</a:t>
            </a:r>
          </a:p>
          <a:p>
            <a:pPr>
              <a:spcAft>
                <a:spcPts val="600"/>
              </a:spcAft>
              <a:defRPr sz="1300"/>
            </a:pPr>
            <a:r>
              <a:t>Gemini Integration    Multimodal image analysis,</a:t>
            </a:r>
          </a:p>
          <a:p>
            <a:pPr>
              <a:spcAft>
                <a:spcPts val="600"/>
              </a:spcAft>
              <a:defRPr sz="1300"/>
            </a:pPr>
            <a:r>
              <a:t>                      structured output generation</a:t>
            </a:r>
          </a:p>
          <a:p>
            <a:pPr>
              <a:spcAft>
                <a:spcPts val="600"/>
              </a:spcAft>
              <a:defRPr sz="1300"/>
            </a:pPr>
            <a:r>
              <a:t>Policy Engine         Risk normalization, keyword</a:t>
            </a:r>
          </a:p>
          <a:p>
            <a:pPr>
              <a:spcAft>
                <a:spcPts val="600"/>
              </a:spcAft>
              <a:defRPr sz="1300"/>
            </a:pPr>
            <a:r>
              <a:t>                      escalation, action mapping</a:t>
            </a:r>
          </a:p>
          <a:p>
            <a:pPr>
              <a:spcAft>
                <a:spcPts val="600"/>
              </a:spcAft>
              <a:defRPr sz="1300"/>
            </a:pPr>
            <a:r>
              <a:t>SQLite Store          Persistent audit logs for</a:t>
            </a:r>
          </a:p>
          <a:p>
            <a:pPr>
              <a:spcAft>
                <a:spcPts val="600"/>
              </a:spcAft>
              <a:defRPr sz="1300"/>
            </a:pPr>
            <a:r>
              <a:t>                      all sessions and records</a:t>
            </a:r>
          </a:p>
          <a:p>
            <a:pPr>
              <a:spcAft>
                <a:spcPts val="600"/>
              </a:spcAft>
              <a:defRPr sz="1300"/>
            </a:pPr>
            <a:r>
              <a:t>────────────────────────────────────────────</a:t>
            </a:r>
          </a:p>
          <a:p>
            <a:pPr>
              <a:spcAft>
                <a:spcPts val="600"/>
              </a:spcAft>
              <a:defRPr sz="1300"/>
            </a:pPr>
            <a:r>
              <a:t>All components communicate via REST APIs.</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show="0">
  <p:cSld>
    <p:spTree>
      <p:pic>
        <p:nvPicPr>
          <p:cNvPr id="786" name="Google Shape;786;p72" descr="C:\Users\DELL\Desktop\pccoer.jpg"/>
          <p:cNvPicPr preferRelativeResize="0"/>
          <p:nvPr/>
        </p:nvPicPr>
        <p:blipFill rotWithShape="1">
          <a:blip r:embed="rId3">
            <a:alphaModFix/>
          </a:blip>
          <a:srcRect/>
          <a:stretch/>
        </p:blipFill>
        <p:spPr>
          <a:xfrm>
            <a:off x="3657600" y="0"/>
            <a:ext cx="1371600" cy="771900"/>
          </a:xfrm>
          <a:prstGeom prst="rect">
            <a:avLst/>
          </a:prstGeom>
          <a:noFill/>
          <a:ln>
            <a:noFill/>
          </a:ln>
        </p:spPr>
      </p:pic>
      <p:nvGrpSpPr>
        <p:cNvPr id="1" name="Shape 782"/>
        <p:cNvGrpSpPr/>
        <p:nvPr/>
      </p:nvGrpSpPr>
      <p:grpSpPr>
        <a:xfrm>
          <a:off x="0" y="0"/>
          <a:ext cx="0" cy="0"/>
          <a:chOff x="0" y="0"/>
          <a:chExt cx="0" cy="0"/>
        </a:xfrm>
      </p:grpSpPr>
      <p:sp>
        <p:nvSpPr>
          <p:cNvPr id="787" name="TextBox 786"/>
          <p:cNvSpPr txBox="1"/>
          <p:nvPr/>
        </p:nvSpPr>
        <p:spPr>
          <a:xfrm>
            <a:off x="6300000" y="6588000"/>
            <a:ext cx="720000" cy="360000"/>
          </a:xfrm>
          <a:prstGeom prst="rect">
            <a:avLst/>
          </a:prstGeom>
          <a:noFill/>
        </p:spPr>
        <p:txBody>
          <a:bodyPr wrap="none">
            <a:spAutoFit/>
          </a:bodyPr>
          <a:lstStyle/>
          <a:p>
            <a:pPr>
              <a:defRPr sz="1100"/>
            </a:pPr>
            <a:r>
              <a:t>59</a:t>
            </a:r>
          </a:p>
        </p:txBody>
      </p:sp>
      <p:sp>
        <p:nvSpPr>
          <p:cNvPr id="788" name="TextBox 787"/>
          <p:cNvSpPr txBox="1"/>
          <p:nvPr/>
        </p:nvSpPr>
        <p:spPr>
          <a:xfrm>
            <a:off x="540000" y="180000"/>
            <a:ext cx="7920000" cy="720000"/>
          </a:xfrm>
          <a:prstGeom prst="rect">
            <a:avLst/>
          </a:prstGeom>
          <a:noFill/>
        </p:spPr>
        <p:txBody>
          <a:bodyPr wrap="square">
            <a:spAutoFit/>
          </a:bodyPr>
          <a:lstStyle/>
          <a:p>
            <a:pPr>
              <a:defRPr sz="2800" b="1">
                <a:solidFill>
                  <a:srgbClr val="1A3C6E"/>
                </a:solidFill>
              </a:defRPr>
            </a:pPr>
            <a:r>
              <a:t>API Endpoints</a:t>
            </a:r>
          </a:p>
        </p:txBody>
      </p:sp>
      <p:sp>
        <p:nvSpPr>
          <p:cNvPr id="789" name="TextBox 788"/>
          <p:cNvSpPr txBox="1"/>
          <p:nvPr/>
        </p:nvSpPr>
        <p:spPr>
          <a:xfrm>
            <a:off x="540000" y="1080000"/>
            <a:ext cx="7920000" cy="5400000"/>
          </a:xfrm>
          <a:prstGeom prst="rect">
            <a:avLst/>
          </a:prstGeom>
          <a:noFill/>
        </p:spPr>
        <p:txBody>
          <a:bodyPr wrap="square">
            <a:spAutoFit/>
          </a:bodyPr>
          <a:lstStyle/>
          <a:p>
            <a:pPr>
              <a:spcAft>
                <a:spcPts val="600"/>
              </a:spcAft>
              <a:defRPr sz="1300"/>
            </a:pPr>
            <a:r>
              <a:t>Endpoint       Method  Description</a:t>
            </a:r>
          </a:p>
          <a:p>
            <a:pPr>
              <a:spcAft>
                <a:spcPts val="600"/>
              </a:spcAft>
              <a:defRPr sz="1300"/>
            </a:pPr>
            <a:r>
              <a:t>────────────────────────────────────────</a:t>
            </a:r>
          </a:p>
          <a:p>
            <a:pPr>
              <a:spcAft>
                <a:spcPts val="600"/>
              </a:spcAft>
              <a:defRPr sz="1300"/>
            </a:pPr>
            <a:r>
              <a:t>/api/analyze   POST    Analyze uploaded image</a:t>
            </a:r>
          </a:p>
          <a:p>
            <a:pPr>
              <a:spcAft>
                <a:spcPts val="600"/>
              </a:spcAft>
              <a:defRPr sz="1300"/>
            </a:pPr>
            <a:r>
              <a:t>                       Returns structured response + actions</a:t>
            </a:r>
          </a:p>
          <a:p>
            <a:pPr>
              <a:spcAft>
                <a:spcPts val="600"/>
              </a:spcAft>
              <a:defRPr sz="1300"/>
            </a:pPr>
            <a:r>
              <a:t>/api/report    POST    Create incident record</a:t>
            </a:r>
          </a:p>
          <a:p>
            <a:pPr>
              <a:spcAft>
                <a:spcPts val="600"/>
              </a:spcAft>
              <a:defRPr sz="1300"/>
            </a:pPr>
            <a:r>
              <a:t>                       Requires user confirmation</a:t>
            </a:r>
          </a:p>
          <a:p>
            <a:pPr>
              <a:spcAft>
                <a:spcPts val="600"/>
              </a:spcAft>
              <a:defRPr sz="1300"/>
            </a:pPr>
            <a:r>
              <a:t>                       Optional WhatsApp notification</a:t>
            </a:r>
          </a:p>
          <a:p>
            <a:pPr>
              <a:spcAft>
                <a:spcPts val="600"/>
              </a:spcAft>
              <a:defRPr sz="1300"/>
            </a:pPr>
            <a:r>
              <a:t>/api/learn-more POST   Fetch external knowledge</a:t>
            </a:r>
          </a:p>
          <a:p>
            <a:pPr>
              <a:spcAft>
                <a:spcPts val="600"/>
              </a:spcAft>
              <a:defRPr sz="1300"/>
            </a:pPr>
            <a:r>
              <a:t>                       Wikipedia summary for detected entity</a:t>
            </a:r>
          </a:p>
          <a:p>
            <a:pPr>
              <a:spcAft>
                <a:spcPts val="600"/>
              </a:spcAft>
              <a:defRPr sz="1300"/>
            </a:pPr>
            <a:r>
              <a:t>/api/health    GET     Health check endpoint</a:t>
            </a:r>
          </a:p>
          <a:p>
            <a:pPr>
              <a:spcAft>
                <a:spcPts val="600"/>
              </a:spcAft>
              <a:defRPr sz="1300"/>
            </a:pPr>
            <a:r>
              <a:t>                       Returns status of API and DB</a:t>
            </a:r>
          </a:p>
          <a:p>
            <a:pPr>
              <a:spcAft>
                <a:spcPts val="600"/>
              </a:spcAft>
              <a:defRPr sz="1300"/>
            </a:pPr>
            <a:r>
              <a:t>────────────────────────────────────────</a:t>
            </a:r>
          </a:p>
          <a:p>
            <a:pPr>
              <a:spcAft>
                <a:spcPts val="600"/>
              </a:spcAft>
              <a:defRPr sz="1300"/>
            </a:pPr>
            <a:r>
              <a:t>All endpoints return JSON responses.</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show="0">
  <p:cSld>
    <p:spTree>
      <p:pic>
        <p:nvPicPr>
          <p:cNvPr id="794" name="Google Shape;794;p73" descr="C:\Users\DELL\Desktop\pccoer.jpg"/>
          <p:cNvPicPr preferRelativeResize="0"/>
          <p:nvPr/>
        </p:nvPicPr>
        <p:blipFill rotWithShape="1">
          <a:blip r:embed="rId4">
            <a:alphaModFix/>
          </a:blip>
          <a:srcRect/>
          <a:stretch/>
        </p:blipFill>
        <p:spPr>
          <a:xfrm>
            <a:off x="3657600" y="0"/>
            <a:ext cx="1371600" cy="771900"/>
          </a:xfrm>
          <a:prstGeom prst="rect">
            <a:avLst/>
          </a:prstGeom>
          <a:noFill/>
          <a:ln>
            <a:noFill/>
          </a:ln>
        </p:spPr>
      </p:pic>
      <p:nvGrpSpPr>
        <p:cNvPr id="1" name="Shape 790"/>
        <p:cNvGrpSpPr/>
        <p:nvPr/>
      </p:nvGrpSpPr>
      <p:grpSpPr>
        <a:xfrm>
          <a:off x="0" y="0"/>
          <a:ext cx="0" cy="0"/>
          <a:chOff x="0" y="0"/>
          <a:chExt cx="0" cy="0"/>
        </a:xfrm>
      </p:grpSpPr>
      <p:sp>
        <p:nvSpPr>
          <p:cNvPr id="795" name="TextBox 794"/>
          <p:cNvSpPr txBox="1"/>
          <p:nvPr/>
        </p:nvSpPr>
        <p:spPr>
          <a:xfrm>
            <a:off x="6300000" y="6588000"/>
            <a:ext cx="720000" cy="360000"/>
          </a:xfrm>
          <a:prstGeom prst="rect">
            <a:avLst/>
          </a:prstGeom>
          <a:noFill/>
        </p:spPr>
        <p:txBody>
          <a:bodyPr wrap="none">
            <a:spAutoFit/>
          </a:bodyPr>
          <a:lstStyle/>
          <a:p>
            <a:pPr>
              <a:defRPr sz="1100"/>
            </a:pPr>
            <a:r>
              <a:t>60</a:t>
            </a:r>
          </a:p>
        </p:txBody>
      </p:sp>
      <p:sp>
        <p:nvSpPr>
          <p:cNvPr id="796" name="TextBox 795"/>
          <p:cNvSpPr txBox="1"/>
          <p:nvPr/>
        </p:nvSpPr>
        <p:spPr>
          <a:xfrm>
            <a:off x="540000" y="180000"/>
            <a:ext cx="7920000" cy="720000"/>
          </a:xfrm>
          <a:prstGeom prst="rect">
            <a:avLst/>
          </a:prstGeom>
          <a:noFill/>
        </p:spPr>
        <p:txBody>
          <a:bodyPr wrap="square">
            <a:spAutoFit/>
          </a:bodyPr>
          <a:lstStyle/>
          <a:p>
            <a:pPr>
              <a:defRPr sz="2800" b="1">
                <a:solidFill>
                  <a:srgbClr val="1A3C6E"/>
                </a:solidFill>
              </a:defRPr>
            </a:pPr>
            <a:r>
              <a:t>API Workflow</a:t>
            </a:r>
          </a:p>
        </p:txBody>
      </p:sp>
      <p:sp>
        <p:nvSpPr>
          <p:cNvPr id="797" name="TextBox 796"/>
          <p:cNvSpPr txBox="1"/>
          <p:nvPr/>
        </p:nvSpPr>
        <p:spPr>
          <a:xfrm>
            <a:off x="540000" y="1080000"/>
            <a:ext cx="7920000" cy="5400000"/>
          </a:xfrm>
          <a:prstGeom prst="rect">
            <a:avLst/>
          </a:prstGeom>
          <a:noFill/>
        </p:spPr>
        <p:txBody>
          <a:bodyPr wrap="square">
            <a:spAutoFit/>
          </a:bodyPr>
          <a:lstStyle/>
          <a:p>
            <a:pPr>
              <a:spcAft>
                <a:spcPts val="600"/>
              </a:spcAft>
              <a:defRPr sz="1300"/>
            </a:pPr>
            <a:r>
              <a:t>1. Client sends POST /api/analyze with image file</a:t>
            </a:r>
          </a:p>
          <a:p>
            <a:pPr>
              <a:spcAft>
                <a:spcPts val="600"/>
              </a:spcAft>
              <a:defRPr sz="1300"/>
            </a:pPr>
            <a:r>
              <a:t>2. Backend validates format and size</a:t>
            </a:r>
          </a:p>
          <a:p>
            <a:pPr>
              <a:spcAft>
                <a:spcPts val="600"/>
              </a:spcAft>
              <a:defRPr sz="1300"/>
            </a:pPr>
            <a:r>
              <a:t>3. Image encoded as base64 for Gemini API</a:t>
            </a:r>
          </a:p>
          <a:p>
            <a:pPr>
              <a:spcAft>
                <a:spcPts val="600"/>
              </a:spcAft>
              <a:defRPr sz="1300"/>
            </a:pPr>
            <a:r>
              <a:t>4. Gemini Vision returns structured response</a:t>
            </a:r>
          </a:p>
          <a:p>
            <a:pPr>
              <a:spcAft>
                <a:spcPts val="600"/>
              </a:spcAft>
              <a:defRPr sz="1300"/>
            </a:pPr>
            <a:r>
              <a:t>5. JSON extracted, repaired if needed, normalized</a:t>
            </a:r>
          </a:p>
          <a:p>
            <a:pPr>
              <a:spcAft>
                <a:spcPts val="600"/>
              </a:spcAft>
              <a:defRPr sz="1300"/>
            </a:pPr>
            <a:r>
              <a:t>6. Risk policy evaluates output + hazard keywords</a:t>
            </a:r>
          </a:p>
          <a:p>
            <a:pPr>
              <a:spcAft>
                <a:spcPts val="600"/>
              </a:spcAft>
              <a:defRPr sz="1300"/>
            </a:pPr>
            <a:r>
              <a:t>7. Actions generated based on risk/confidence</a:t>
            </a:r>
          </a:p>
          <a:p>
            <a:pPr>
              <a:spcAft>
                <a:spcPts val="600"/>
              </a:spcAft>
              <a:defRPr sz="1300"/>
            </a:pPr>
            <a:r>
              <a:t>8. Records persisted in SQLite</a:t>
            </a:r>
          </a:p>
          <a:p>
            <a:pPr>
              <a:spcAft>
                <a:spcPts val="600"/>
              </a:spcAft>
              <a:defRPr sz="1300"/>
            </a:pPr>
            <a:r>
              <a:t>9. JSON response returned with action options</a:t>
            </a:r>
          </a:p>
          <a:p>
            <a:pPr>
              <a:spcAft>
                <a:spcPts val="600"/>
              </a:spcAft>
              <a:defRPr sz="1300"/>
            </a:pPr>
            <a:r>
              <a:t>10. User selects action → additional API call</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show="0">
  <p:cSld>
    <p:spTree>
      <p:pic>
        <p:nvPicPr>
          <p:cNvPr id="802" name="Google Shape;802;p74" descr="C:\Users\DELL\Desktop\pccoer.jpg"/>
          <p:cNvPicPr preferRelativeResize="0"/>
          <p:nvPr/>
        </p:nvPicPr>
        <p:blipFill rotWithShape="1">
          <a:blip r:embed="rId3">
            <a:alphaModFix/>
          </a:blip>
          <a:srcRect/>
          <a:stretch/>
        </p:blipFill>
        <p:spPr>
          <a:xfrm>
            <a:off x="3657600" y="0"/>
            <a:ext cx="1371600" cy="771900"/>
          </a:xfrm>
          <a:prstGeom prst="rect">
            <a:avLst/>
          </a:prstGeom>
          <a:noFill/>
          <a:ln>
            <a:noFill/>
          </a:ln>
        </p:spPr>
      </p:pic>
      <p:nvGrpSpPr>
        <p:cNvPr id="1" name="Shape 798"/>
        <p:cNvGrpSpPr/>
        <p:nvPr/>
      </p:nvGrpSpPr>
      <p:grpSpPr>
        <a:xfrm>
          <a:off x="0" y="0"/>
          <a:ext cx="0" cy="0"/>
          <a:chOff x="0" y="0"/>
          <a:chExt cx="0" cy="0"/>
        </a:xfrm>
      </p:grpSpPr>
      <p:sp>
        <p:nvSpPr>
          <p:cNvPr id="803" name="TextBox 802"/>
          <p:cNvSpPr txBox="1"/>
          <p:nvPr/>
        </p:nvSpPr>
        <p:spPr>
          <a:xfrm>
            <a:off x="6300000" y="6588000"/>
            <a:ext cx="720000" cy="360000"/>
          </a:xfrm>
          <a:prstGeom prst="rect">
            <a:avLst/>
          </a:prstGeom>
          <a:noFill/>
        </p:spPr>
        <p:txBody>
          <a:bodyPr wrap="none">
            <a:spAutoFit/>
          </a:bodyPr>
          <a:lstStyle/>
          <a:p>
            <a:pPr>
              <a:defRPr sz="1100"/>
            </a:pPr>
            <a:r>
              <a:t>61</a:t>
            </a:r>
          </a:p>
        </p:txBody>
      </p:sp>
      <p:sp>
        <p:nvSpPr>
          <p:cNvPr id="804" name="TextBox 803"/>
          <p:cNvSpPr txBox="1"/>
          <p:nvPr/>
        </p:nvSpPr>
        <p:spPr>
          <a:xfrm>
            <a:off x="540000" y="180000"/>
            <a:ext cx="7920000" cy="720000"/>
          </a:xfrm>
          <a:prstGeom prst="rect">
            <a:avLst/>
          </a:prstGeom>
          <a:noFill/>
        </p:spPr>
        <p:txBody>
          <a:bodyPr wrap="square">
            <a:spAutoFit/>
          </a:bodyPr>
          <a:lstStyle/>
          <a:p>
            <a:pPr>
              <a:defRPr sz="2800" b="1">
                <a:solidFill>
                  <a:srgbClr val="1A3C6E"/>
                </a:solidFill>
              </a:defRPr>
            </a:pPr>
            <a:r>
              <a:t>Risk Policy Details</a:t>
            </a:r>
          </a:p>
        </p:txBody>
      </p:sp>
      <p:sp>
        <p:nvSpPr>
          <p:cNvPr id="805" name="TextBox 804"/>
          <p:cNvSpPr txBox="1"/>
          <p:nvPr/>
        </p:nvSpPr>
        <p:spPr>
          <a:xfrm>
            <a:off x="540000" y="1080000"/>
            <a:ext cx="7920000" cy="5400000"/>
          </a:xfrm>
          <a:prstGeom prst="rect">
            <a:avLst/>
          </a:prstGeom>
          <a:noFill/>
        </p:spPr>
        <p:txBody>
          <a:bodyPr wrap="square">
            <a:spAutoFit/>
          </a:bodyPr>
          <a:lstStyle/>
          <a:p>
            <a:pPr>
              <a:spcAft>
                <a:spcPts val="600"/>
              </a:spcAft>
              <a:defRPr sz="1300"/>
            </a:pPr>
            <a:r>
              <a:t>Hazard Detection:</a:t>
            </a:r>
          </a:p>
          <a:p>
            <a:pPr>
              <a:spcAft>
                <a:spcPts val="600"/>
              </a:spcAft>
              <a:defRPr sz="1300"/>
            </a:pPr>
            <a:r>
              <a:t>● Keywords scanned in: summary, rationale, user context, location</a:t>
            </a:r>
          </a:p>
          <a:p>
            <a:pPr>
              <a:spcAft>
                <a:spcPts val="600"/>
              </a:spcAft>
              <a:defRPr sz="1300"/>
            </a:pPr>
            <a:r>
              <a:t>● Categories: fire, accident, disaster, emergency, suspicious, etc.</a:t>
            </a:r>
          </a:p>
          <a:p>
            <a:pPr>
              <a:spcAft>
                <a:spcPts val="600"/>
              </a:spcAft>
              <a:defRPr sz="1300"/>
            </a:pPr>
            <a:r>
              <a:t>● If hazard keyword found AND model risk is low/uncertain → override to high</a:t>
            </a:r>
          </a:p>
          <a:p>
            <a:pPr>
              <a:spcAft>
                <a:spcPts val="600"/>
              </a:spcAft>
              <a:defRPr sz="1300"/>
            </a:pPr>
          </a:p>
          <a:p>
            <a:pPr>
              <a:spcAft>
                <a:spcPts val="600"/>
              </a:spcAft>
              <a:defRPr sz="1300"/>
            </a:pPr>
            <a:r>
              <a:t>Confidence Handling:</a:t>
            </a:r>
          </a:p>
          <a:p>
            <a:pPr>
              <a:spcAft>
                <a:spcPts val="600"/>
              </a:spcAft>
              <a:defRPr sz="1300"/>
            </a:pPr>
            <a:r>
              <a:t>● c &lt; 0.45 → ask for more context (uncertain/ambiguous)</a:t>
            </a:r>
          </a:p>
          <a:p>
            <a:pPr>
              <a:spcAft>
                <a:spcPts val="600"/>
              </a:spcAft>
              <a:defRPr sz="1300"/>
            </a:pPr>
            <a:r>
              <a:t>● c ≥ 0.45 + low risk → learn more + open map</a:t>
            </a:r>
          </a:p>
          <a:p>
            <a:pPr>
              <a:spcAft>
                <a:spcPts val="600"/>
              </a:spcAft>
              <a:defRPr sz="1300"/>
            </a:pPr>
            <a:r>
              <a:t>● c ≥ 0.45 + high risk → report + safety tips</a:t>
            </a:r>
          </a:p>
          <a:p>
            <a:pPr>
              <a:spcAft>
                <a:spcPts val="600"/>
              </a:spcAft>
              <a:defRPr sz="1300"/>
            </a:pPr>
            <a:r>
              <a:t>● Hazard override sets c = max(c_m, 0.72) for safety</a:t>
            </a:r>
          </a:p>
          <a:p>
            <a:pPr>
              <a:spcAft>
                <a:spcPts val="600"/>
              </a:spcAft>
              <a:defRPr sz="1300"/>
            </a:pPr>
          </a:p>
          <a:p>
            <a:pPr>
              <a:spcAft>
                <a:spcPts val="600"/>
              </a:spcAft>
              <a:defRPr sz="1300"/>
            </a:pPr>
            <a:r>
              <a:t>No automatic dispatch: All reports require user confirmation.</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show="0">
  <p:cSld>
    <p:spTree>
      <p:pic>
        <p:nvPicPr>
          <p:cNvPr id="810" name="Google Shape;810;p75" descr="C:\Users\DELL\Desktop\pccoer.jpg"/>
          <p:cNvPicPr preferRelativeResize="0"/>
          <p:nvPr/>
        </p:nvPicPr>
        <p:blipFill rotWithShape="1">
          <a:blip r:embed="rId3">
            <a:alphaModFix/>
          </a:blip>
          <a:srcRect/>
          <a:stretch/>
        </p:blipFill>
        <p:spPr>
          <a:xfrm>
            <a:off x="3657600" y="0"/>
            <a:ext cx="1371600" cy="695200"/>
          </a:xfrm>
          <a:prstGeom prst="rect">
            <a:avLst/>
          </a:prstGeom>
          <a:noFill/>
          <a:ln>
            <a:noFill/>
          </a:ln>
        </p:spPr>
      </p:pic>
      <p:nvGrpSpPr>
        <p:cNvPr id="1" name="Shape 806"/>
        <p:cNvGrpSpPr/>
        <p:nvPr/>
      </p:nvGrpSpPr>
      <p:grpSpPr>
        <a:xfrm>
          <a:off x="0" y="0"/>
          <a:ext cx="0" cy="0"/>
          <a:chOff x="0" y="0"/>
          <a:chExt cx="0" cy="0"/>
        </a:xfrm>
      </p:grpSpPr>
      <p:sp>
        <p:nvSpPr>
          <p:cNvPr id="811" name="TextBox 810"/>
          <p:cNvSpPr txBox="1"/>
          <p:nvPr/>
        </p:nvSpPr>
        <p:spPr>
          <a:xfrm>
            <a:off x="6300000" y="6588000"/>
            <a:ext cx="720000" cy="360000"/>
          </a:xfrm>
          <a:prstGeom prst="rect">
            <a:avLst/>
          </a:prstGeom>
          <a:noFill/>
        </p:spPr>
        <p:txBody>
          <a:bodyPr wrap="none">
            <a:spAutoFit/>
          </a:bodyPr>
          <a:lstStyle/>
          <a:p>
            <a:pPr>
              <a:defRPr sz="1100"/>
            </a:pPr>
            <a:r>
              <a:t>62</a:t>
            </a:r>
          </a:p>
        </p:txBody>
      </p:sp>
      <p:sp>
        <p:nvSpPr>
          <p:cNvPr id="812" name="TextBox 811"/>
          <p:cNvSpPr txBox="1"/>
          <p:nvPr/>
        </p:nvSpPr>
        <p:spPr>
          <a:xfrm>
            <a:off x="540000" y="180000"/>
            <a:ext cx="7920000" cy="720000"/>
          </a:xfrm>
          <a:prstGeom prst="rect">
            <a:avLst/>
          </a:prstGeom>
          <a:noFill/>
        </p:spPr>
        <p:txBody>
          <a:bodyPr wrap="square">
            <a:spAutoFit/>
          </a:bodyPr>
          <a:lstStyle/>
          <a:p>
            <a:pPr>
              <a:defRPr sz="2800" b="1">
                <a:solidFill>
                  <a:srgbClr val="1A3C6E"/>
                </a:solidFill>
              </a:defRPr>
            </a:pPr>
            <a:r>
              <a:t>Hazard Classification Logic</a:t>
            </a:r>
          </a:p>
        </p:txBody>
      </p:sp>
      <p:sp>
        <p:nvSpPr>
          <p:cNvPr id="813" name="TextBox 812"/>
          <p:cNvSpPr txBox="1"/>
          <p:nvPr/>
        </p:nvSpPr>
        <p:spPr>
          <a:xfrm>
            <a:off x="540000" y="1080000"/>
            <a:ext cx="7920000" cy="5400000"/>
          </a:xfrm>
          <a:prstGeom prst="rect">
            <a:avLst/>
          </a:prstGeom>
          <a:noFill/>
        </p:spPr>
        <p:txBody>
          <a:bodyPr wrap="square">
            <a:spAutoFit/>
          </a:bodyPr>
          <a:lstStyle/>
          <a:p>
            <a:pPr>
              <a:spcAft>
                <a:spcPts val="600"/>
              </a:spcAft>
              <a:defRPr sz="1300"/>
            </a:pPr>
            <a:r>
              <a:t>Input: Model output o with fields</a:t>
            </a:r>
          </a:p>
          <a:p>
            <a:pPr>
              <a:spcAft>
                <a:spcPts val="600"/>
              </a:spcAft>
              <a:defRPr sz="1300"/>
            </a:pPr>
            <a:r>
              <a:t>  - risk_level: 'low' | 'medium' | 'high' | 'uncertain'</a:t>
            </a:r>
          </a:p>
          <a:p>
            <a:pPr>
              <a:spcAft>
                <a:spcPts val="600"/>
              </a:spcAft>
              <a:defRPr sz="1300"/>
            </a:pPr>
            <a:r>
              <a:t>  - confidence: float 0.0–1.0</a:t>
            </a:r>
          </a:p>
          <a:p>
            <a:pPr>
              <a:spcAft>
                <a:spcPts val="600"/>
              </a:spcAft>
              <a:defRPr sz="1300"/>
            </a:pPr>
            <a:r>
              <a:t>  - summary, rationale, entities, location</a:t>
            </a:r>
          </a:p>
          <a:p>
            <a:pPr>
              <a:spcAft>
                <a:spcPts val="600"/>
              </a:spcAft>
              <a:defRPr sz="1300"/>
            </a:pPr>
          </a:p>
          <a:p>
            <a:pPr>
              <a:spcAft>
                <a:spcPts val="600"/>
              </a:spcAft>
              <a:defRPr sz="1300"/>
            </a:pPr>
            <a:r>
              <a:t>Step 1: Check hazard keywords in text fields</a:t>
            </a:r>
          </a:p>
          <a:p>
            <a:pPr>
              <a:spcAft>
                <a:spcPts val="600"/>
              </a:spcAft>
              <a:defRPr sz="1300"/>
            </a:pPr>
            <a:r>
              <a:t>Step 2: If hazard detected → override risk to 'high'</a:t>
            </a:r>
          </a:p>
          <a:p>
            <a:pPr>
              <a:spcAft>
                <a:spcPts val="600"/>
              </a:spcAft>
              <a:defRPr sz="1300"/>
            </a:pPr>
            <a:r>
              <a:t>Step 3: Normalize confidence with safety floor</a:t>
            </a:r>
          </a:p>
          <a:p>
            <a:pPr>
              <a:spcAft>
                <a:spcPts val="600"/>
              </a:spcAft>
              <a:defRPr sz="1300"/>
            </a:pPr>
            <a:r>
              <a:t>Step 4: Map (risk, confidence) → action set A</a:t>
            </a:r>
          </a:p>
          <a:p>
            <a:pPr>
              <a:spcAft>
                <a:spcPts val="600"/>
              </a:spcAft>
              <a:defRPr sz="1300"/>
            </a:pPr>
            <a:r>
              <a:t>Step 5: Return A to frontend with structured response</a:t>
            </a:r>
          </a:p>
          <a:p>
            <a:pPr>
              <a:spcAft>
                <a:spcPts val="600"/>
              </a:spcAft>
              <a:defRPr sz="1300"/>
            </a:pPr>
          </a:p>
          <a:p>
            <a:pPr>
              <a:spcAft>
                <a:spcPts val="600"/>
              </a:spcAft>
              <a:defRPr sz="1300"/>
            </a:pPr>
            <a:r>
              <a:t>Output: Actions + rationale visible to user</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show="0">
  <p:cSld>
    <p:spTree>
      <p:pic>
        <p:nvPicPr>
          <p:cNvPr id="818" name="Google Shape;818;p76" descr="C:\Users\DELL\Desktop\pccoer.jpg"/>
          <p:cNvPicPr preferRelativeResize="0"/>
          <p:nvPr/>
        </p:nvPicPr>
        <p:blipFill rotWithShape="1">
          <a:blip r:embed="rId3">
            <a:alphaModFix/>
          </a:blip>
          <a:srcRect/>
          <a:stretch/>
        </p:blipFill>
        <p:spPr>
          <a:xfrm>
            <a:off x="3657600" y="0"/>
            <a:ext cx="1371600" cy="779750"/>
          </a:xfrm>
          <a:prstGeom prst="rect">
            <a:avLst/>
          </a:prstGeom>
          <a:noFill/>
          <a:ln>
            <a:noFill/>
          </a:ln>
        </p:spPr>
      </p:pic>
      <p:nvGrpSpPr>
        <p:cNvPr id="1" name="Shape 814"/>
        <p:cNvGrpSpPr/>
        <p:nvPr/>
      </p:nvGrpSpPr>
      <p:grpSpPr>
        <a:xfrm>
          <a:off x="0" y="0"/>
          <a:ext cx="0" cy="0"/>
          <a:chOff x="0" y="0"/>
          <a:chExt cx="0" cy="0"/>
        </a:xfrm>
      </p:grpSpPr>
      <p:sp>
        <p:nvSpPr>
          <p:cNvPr id="819" name="TextBox 818"/>
          <p:cNvSpPr txBox="1"/>
          <p:nvPr/>
        </p:nvSpPr>
        <p:spPr>
          <a:xfrm>
            <a:off x="6300000" y="6588000"/>
            <a:ext cx="720000" cy="360000"/>
          </a:xfrm>
          <a:prstGeom prst="rect">
            <a:avLst/>
          </a:prstGeom>
          <a:noFill/>
        </p:spPr>
        <p:txBody>
          <a:bodyPr wrap="none">
            <a:spAutoFit/>
          </a:bodyPr>
          <a:lstStyle/>
          <a:p>
            <a:pPr>
              <a:defRPr sz="1100"/>
            </a:pPr>
            <a:r>
              <a:t>63</a:t>
            </a:r>
          </a:p>
        </p:txBody>
      </p:sp>
      <p:sp>
        <p:nvSpPr>
          <p:cNvPr id="820" name="TextBox 819"/>
          <p:cNvSpPr txBox="1"/>
          <p:nvPr/>
        </p:nvSpPr>
        <p:spPr>
          <a:xfrm>
            <a:off x="540000" y="180000"/>
            <a:ext cx="7920000" cy="720000"/>
          </a:xfrm>
          <a:prstGeom prst="rect">
            <a:avLst/>
          </a:prstGeom>
          <a:noFill/>
        </p:spPr>
        <p:txBody>
          <a:bodyPr wrap="square">
            <a:spAutoFit/>
          </a:bodyPr>
          <a:lstStyle/>
          <a:p>
            <a:pPr>
              <a:defRPr sz="2800" b="1">
                <a:solidFill>
                  <a:srgbClr val="1A3C6E"/>
                </a:solidFill>
              </a:defRPr>
            </a:pPr>
            <a:r>
              <a:t>Project Challenges</a:t>
            </a:r>
          </a:p>
        </p:txBody>
      </p:sp>
      <p:sp>
        <p:nvSpPr>
          <p:cNvPr id="821" name="TextBox 820"/>
          <p:cNvSpPr txBox="1"/>
          <p:nvPr/>
        </p:nvSpPr>
        <p:spPr>
          <a:xfrm>
            <a:off x="540000" y="1080000"/>
            <a:ext cx="7920000" cy="5400000"/>
          </a:xfrm>
          <a:prstGeom prst="rect">
            <a:avLst/>
          </a:prstGeom>
          <a:noFill/>
        </p:spPr>
        <p:txBody>
          <a:bodyPr wrap="square">
            <a:spAutoFit/>
          </a:bodyPr>
          <a:lstStyle/>
          <a:p>
            <a:pPr>
              <a:spcAft>
                <a:spcPts val="600"/>
              </a:spcAft>
              <a:defRPr sz="1300"/>
            </a:pPr>
            <a:r>
              <a:t>● Geolocation from images with limited or ambiguous visual cues</a:t>
            </a:r>
          </a:p>
          <a:p>
            <a:pPr>
              <a:spcAft>
                <a:spcPts val="600"/>
              </a:spcAft>
              <a:defRPr sz="1300"/>
            </a:pPr>
            <a:r>
              <a:t>● Variation in image quality, lighting, and camera angles</a:t>
            </a:r>
          </a:p>
          <a:p>
            <a:pPr>
              <a:spcAft>
                <a:spcPts val="600"/>
              </a:spcAft>
              <a:defRPr sz="1300"/>
            </a:pPr>
            <a:r>
              <a:t>● Reducing false hazard classifications while maintaining safety</a:t>
            </a:r>
          </a:p>
          <a:p>
            <a:pPr>
              <a:spcAft>
                <a:spcPts val="600"/>
              </a:spcAft>
              <a:defRPr sz="1300"/>
            </a:pPr>
            <a:r>
              <a:t>● Ensuring consistent structured JSON from the multimodal model</a:t>
            </a:r>
          </a:p>
          <a:p>
            <a:pPr>
              <a:spcAft>
                <a:spcPts val="600"/>
              </a:spcAft>
              <a:defRPr sz="1300"/>
            </a:pPr>
            <a:r>
              <a:t>● Handling invalid or incomplete model responses gracefully</a:t>
            </a:r>
          </a:p>
          <a:p>
            <a:pPr>
              <a:spcAft>
                <a:spcPts val="600"/>
              </a:spcAft>
              <a:defRPr sz="1300"/>
            </a:pPr>
            <a:r>
              <a:t>● Maintaining response latency under 8 seconds</a:t>
            </a:r>
          </a:p>
          <a:p>
            <a:pPr>
              <a:spcAft>
                <a:spcPts val="600"/>
              </a:spcAft>
              <a:defRPr sz="1300"/>
            </a:pPr>
            <a:r>
              <a:t>● Secure API key management and privacy-conscious storage</a:t>
            </a:r>
          </a:p>
          <a:p>
            <a:pPr>
              <a:spcAft>
                <a:spcPts val="600"/>
              </a:spcAft>
              <a:defRPr sz="1300"/>
            </a:pPr>
            <a:r>
              <a:t>● Calibrating confidence values for production-grade reliability</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show="0">
  <p:cSld>
    <p:spTree>
      <p:pic>
        <p:nvPicPr>
          <p:cNvPr id="827" name="Google Shape;827;p77" descr="C:\Users\DELL\Desktop\pccoer.jpg"/>
          <p:cNvPicPr preferRelativeResize="0"/>
          <p:nvPr/>
        </p:nvPicPr>
        <p:blipFill rotWithShape="1">
          <a:blip r:embed="rId3">
            <a:alphaModFix/>
          </a:blip>
          <a:srcRect/>
          <a:stretch/>
        </p:blipFill>
        <p:spPr>
          <a:xfrm>
            <a:off x="3657600" y="0"/>
            <a:ext cx="1371600" cy="771900"/>
          </a:xfrm>
          <a:prstGeom prst="rect">
            <a:avLst/>
          </a:prstGeom>
          <a:noFill/>
          <a:ln>
            <a:noFill/>
          </a:ln>
        </p:spPr>
      </p:pic>
      <p:nvGrpSpPr>
        <p:cNvPr id="1" name="Shape 823"/>
        <p:cNvGrpSpPr/>
        <p:nvPr/>
      </p:nvGrpSpPr>
      <p:grpSpPr>
        <a:xfrm>
          <a:off x="0" y="0"/>
          <a:ext cx="0" cy="0"/>
          <a:chOff x="0" y="0"/>
          <a:chExt cx="0" cy="0"/>
        </a:xfrm>
      </p:grpSpPr>
      <p:sp>
        <p:nvSpPr>
          <p:cNvPr id="828" name="TextBox 827"/>
          <p:cNvSpPr txBox="1"/>
          <p:nvPr/>
        </p:nvSpPr>
        <p:spPr>
          <a:xfrm>
            <a:off x="6300000" y="6588000"/>
            <a:ext cx="720000" cy="360000"/>
          </a:xfrm>
          <a:prstGeom prst="rect">
            <a:avLst/>
          </a:prstGeom>
          <a:noFill/>
        </p:spPr>
        <p:txBody>
          <a:bodyPr wrap="none">
            <a:spAutoFit/>
          </a:bodyPr>
          <a:lstStyle/>
          <a:p>
            <a:pPr>
              <a:defRPr sz="1100"/>
            </a:pPr>
            <a:r>
              <a:t>64</a:t>
            </a:r>
          </a:p>
        </p:txBody>
      </p:sp>
      <p:sp>
        <p:nvSpPr>
          <p:cNvPr id="829" name="TextBox 828"/>
          <p:cNvSpPr txBox="1"/>
          <p:nvPr/>
        </p:nvSpPr>
        <p:spPr>
          <a:xfrm>
            <a:off x="540000" y="180000"/>
            <a:ext cx="7920000" cy="720000"/>
          </a:xfrm>
          <a:prstGeom prst="rect">
            <a:avLst/>
          </a:prstGeom>
          <a:noFill/>
        </p:spPr>
        <p:txBody>
          <a:bodyPr wrap="square">
            <a:spAutoFit/>
          </a:bodyPr>
          <a:lstStyle/>
          <a:p>
            <a:pPr>
              <a:defRPr sz="2800" b="1">
                <a:solidFill>
                  <a:srgbClr val="1A3C6E"/>
                </a:solidFill>
              </a:defRPr>
            </a:pPr>
            <a:r>
              <a:t>Mitigation Strategies</a:t>
            </a:r>
          </a:p>
        </p:txBody>
      </p:sp>
      <p:sp>
        <p:nvSpPr>
          <p:cNvPr id="830" name="TextBox 829"/>
          <p:cNvSpPr txBox="1"/>
          <p:nvPr/>
        </p:nvSpPr>
        <p:spPr>
          <a:xfrm>
            <a:off x="540000" y="1080000"/>
            <a:ext cx="7920000" cy="5400000"/>
          </a:xfrm>
          <a:prstGeom prst="rect">
            <a:avLst/>
          </a:prstGeom>
          <a:noFill/>
        </p:spPr>
        <p:txBody>
          <a:bodyPr wrap="square">
            <a:spAutoFit/>
          </a:bodyPr>
          <a:lstStyle/>
          <a:p>
            <a:pPr>
              <a:spcAft>
                <a:spcPts val="600"/>
              </a:spcAft>
              <a:defRPr sz="1300"/>
            </a:pPr>
            <a:r>
              <a:t>Challenge                     Mitigation</a:t>
            </a:r>
          </a:p>
          <a:p>
            <a:pPr>
              <a:spcAft>
                <a:spcPts val="600"/>
              </a:spcAft>
              <a:defRPr sz="1300"/>
            </a:pPr>
            <a:r>
              <a:t>────────────────────────────────────────────────</a:t>
            </a:r>
          </a:p>
          <a:p>
            <a:pPr>
              <a:spcAft>
                <a:spcPts val="600"/>
              </a:spcAft>
              <a:defRPr sz="1300"/>
            </a:pPr>
            <a:r>
              <a:t>Ambiguous scenes           → Conservative fallback,</a:t>
            </a:r>
          </a:p>
          <a:p>
            <a:pPr>
              <a:spcAft>
                <a:spcPts val="600"/>
              </a:spcAft>
              <a:defRPr sz="1300"/>
            </a:pPr>
            <a:r>
              <a:t>                             ask for more context</a:t>
            </a:r>
          </a:p>
          <a:p>
            <a:pPr>
              <a:spcAft>
                <a:spcPts val="600"/>
              </a:spcAft>
              <a:defRPr sz="1300"/>
            </a:pPr>
            <a:r>
              <a:t>Invalid JSON               → Auto-repair + safe fallback</a:t>
            </a:r>
          </a:p>
          <a:p>
            <a:pPr>
              <a:spcAft>
                <a:spcPts val="600"/>
              </a:spcAft>
              <a:defRPr sz="1300"/>
            </a:pPr>
            <a:r>
              <a:t>Incorrect risk             → Deterministic policy rules,</a:t>
            </a:r>
          </a:p>
          <a:p>
            <a:pPr>
              <a:spcAft>
                <a:spcPts val="600"/>
              </a:spcAft>
              <a:defRPr sz="1300"/>
            </a:pPr>
            <a:r>
              <a:t>                             hazard keyword override</a:t>
            </a:r>
          </a:p>
          <a:p>
            <a:pPr>
              <a:spcAft>
                <a:spcPts val="600"/>
              </a:spcAft>
              <a:defRPr sz="1300"/>
            </a:pPr>
            <a:r>
              <a:t>False alerts               → User confirmation required</a:t>
            </a:r>
          </a:p>
          <a:p>
            <a:pPr>
              <a:spcAft>
                <a:spcPts val="600"/>
              </a:spcAft>
              <a:defRPr sz="1300"/>
            </a:pPr>
            <a:r>
              <a:t>                             before any action</a:t>
            </a:r>
          </a:p>
          <a:p>
            <a:pPr>
              <a:spcAft>
                <a:spcPts val="600"/>
              </a:spcAft>
              <a:defRPr sz="1300"/>
            </a:pPr>
            <a:r>
              <a:t>API failure                → Clear error handling +</a:t>
            </a:r>
          </a:p>
          <a:p>
            <a:pPr>
              <a:spcAft>
                <a:spcPts val="600"/>
              </a:spcAft>
              <a:defRPr sz="1300"/>
            </a:pPr>
            <a:r>
              <a:t>                             fallback messaging</a:t>
            </a:r>
          </a:p>
          <a:p>
            <a:pPr>
              <a:spcAft>
                <a:spcPts val="600"/>
              </a:spcAft>
              <a:defRPr sz="1300"/>
            </a:pPr>
            <a:r>
              <a:t>Privacy                    → Image hash instead of</a:t>
            </a:r>
          </a:p>
          <a:p>
            <a:pPr>
              <a:spcAft>
                <a:spcPts val="600"/>
              </a:spcAft>
              <a:defRPr sz="1300"/>
            </a:pPr>
            <a:r>
              <a:t>                             raw image storage</a:t>
            </a:r>
          </a:p>
          <a:p>
            <a:pPr>
              <a:spcAft>
                <a:spcPts val="600"/>
              </a:spcAft>
              <a:defRPr sz="1300"/>
            </a:pPr>
            <a:r>
              <a:t>────────────────────────────────────────────────</a:t>
            </a:r>
          </a:p>
          <a:p>
            <a:pPr>
              <a:spcAft>
                <a:spcPts val="600"/>
              </a:spcAft>
              <a:defRPr sz="1300"/>
            </a:pPr>
            <a:r>
              <a:t>All mitigation strategies logged for audit review.</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show="0">
  <p:cSld>
    <p:spTree>
      <p:pic>
        <p:nvPicPr>
          <p:cNvPr id="839" name="Google Shape;839;p78" descr="C:\Users\DELL\Desktop\pccoer.jpg"/>
          <p:cNvPicPr preferRelativeResize="0"/>
          <p:nvPr/>
        </p:nvPicPr>
        <p:blipFill rotWithShape="1">
          <a:blip r:embed="rId3">
            <a:alphaModFix/>
          </a:blip>
          <a:srcRect/>
          <a:stretch/>
        </p:blipFill>
        <p:spPr>
          <a:xfrm>
            <a:off x="3657600" y="0"/>
            <a:ext cx="1371600" cy="771900"/>
          </a:xfrm>
          <a:prstGeom prst="rect">
            <a:avLst/>
          </a:prstGeom>
          <a:noFill/>
          <a:ln>
            <a:noFill/>
          </a:ln>
        </p:spPr>
      </p:pic>
      <p:nvGrpSpPr>
        <p:cNvPr id="1" name="Shape 835"/>
        <p:cNvGrpSpPr/>
        <p:nvPr/>
      </p:nvGrpSpPr>
      <p:grpSpPr>
        <a:xfrm>
          <a:off x="0" y="0"/>
          <a:ext cx="0" cy="0"/>
          <a:chOff x="0" y="0"/>
          <a:chExt cx="0" cy="0"/>
        </a:xfrm>
      </p:grpSpPr>
      <p:sp>
        <p:nvSpPr>
          <p:cNvPr id="840" name="TextBox 839"/>
          <p:cNvSpPr txBox="1"/>
          <p:nvPr/>
        </p:nvSpPr>
        <p:spPr>
          <a:xfrm>
            <a:off x="6300000" y="6588000"/>
            <a:ext cx="720000" cy="360000"/>
          </a:xfrm>
          <a:prstGeom prst="rect">
            <a:avLst/>
          </a:prstGeom>
          <a:noFill/>
        </p:spPr>
        <p:txBody>
          <a:bodyPr wrap="none">
            <a:spAutoFit/>
          </a:bodyPr>
          <a:lstStyle/>
          <a:p>
            <a:pPr>
              <a:defRPr sz="1100"/>
            </a:pPr>
            <a:r>
              <a:t>65</a:t>
            </a:r>
          </a:p>
        </p:txBody>
      </p:sp>
      <p:sp>
        <p:nvSpPr>
          <p:cNvPr id="841" name="TextBox 840"/>
          <p:cNvSpPr txBox="1"/>
          <p:nvPr/>
        </p:nvSpPr>
        <p:spPr>
          <a:xfrm>
            <a:off x="540000" y="180000"/>
            <a:ext cx="7920000" cy="720000"/>
          </a:xfrm>
          <a:prstGeom prst="rect">
            <a:avLst/>
          </a:prstGeom>
          <a:noFill/>
        </p:spPr>
        <p:txBody>
          <a:bodyPr wrap="square">
            <a:spAutoFit/>
          </a:bodyPr>
          <a:lstStyle/>
          <a:p>
            <a:pPr>
              <a:defRPr sz="2800" b="1">
                <a:solidFill>
                  <a:srgbClr val="1A3C6E"/>
                </a:solidFill>
              </a:defRPr>
            </a:pPr>
            <a:r>
              <a:t>Hazard Classification</a:t>
            </a:r>
          </a:p>
        </p:txBody>
      </p:sp>
      <p:sp>
        <p:nvSpPr>
          <p:cNvPr id="842" name="TextBox 841"/>
          <p:cNvSpPr txBox="1"/>
          <p:nvPr/>
        </p:nvSpPr>
        <p:spPr>
          <a:xfrm>
            <a:off x="540000" y="1152000"/>
            <a:ext cx="7920000" cy="5400000"/>
          </a:xfrm>
          <a:prstGeom prst="rect">
            <a:avLst/>
          </a:prstGeom>
          <a:noFill/>
        </p:spPr>
        <p:txBody>
          <a:bodyPr wrap="square">
            <a:spAutoFit/>
          </a:bodyPr>
          <a:lstStyle/>
          <a:p>
            <a:pPr>
              <a:spcAft>
                <a:spcPts val="600"/>
              </a:spcAft>
              <a:defRPr sz="1300"/>
            </a:pPr>
            <a:r>
              <a:t>● Hazard detection via keyword matching in model outputs</a:t>
            </a:r>
          </a:p>
          <a:p>
            <a:pPr>
              <a:spcAft>
                <a:spcPts val="600"/>
              </a:spcAft>
              <a:defRPr sz="1300"/>
            </a:pPr>
            <a:r>
              <a:t>● Categories: fire, smoke, accident, disaster, emergency</a:t>
            </a:r>
          </a:p>
          <a:p>
            <a:pPr>
              <a:spcAft>
                <a:spcPts val="600"/>
              </a:spcAft>
              <a:defRPr sz="1300"/>
            </a:pPr>
            <a:r>
              <a:t>● Hazard keyword + low model risk → override to high risk</a:t>
            </a:r>
          </a:p>
          <a:p>
            <a:pPr>
              <a:spcAft>
                <a:spcPts val="600"/>
              </a:spcAft>
              <a:defRPr sz="1300"/>
            </a:pPr>
            <a:r>
              <a:t>● Conservative escalation for safety-critical scenarios</a:t>
            </a:r>
          </a:p>
          <a:p>
            <a:pPr>
              <a:spcAft>
                <a:spcPts val="600"/>
              </a:spcAft>
              <a:defRPr sz="1300"/>
            </a:pPr>
          </a:p>
          <a:p>
            <a:pPr>
              <a:spcAft>
                <a:spcPts val="600"/>
              </a:spcAft>
              <a:defRPr sz="1300"/>
            </a:pPr>
            <a:r>
              <a:t>● Deterministic rules ensure consistent behavior:</a:t>
            </a:r>
          </a:p>
          <a:p>
            <a:pPr>
              <a:spcAft>
                <a:spcPts val="600"/>
              </a:spcAft>
              <a:defRPr sz="1300"/>
            </a:pPr>
            <a:r>
              <a:t>  - Same input → same risk classification every time</a:t>
            </a:r>
          </a:p>
          <a:p>
            <a:pPr>
              <a:spcAft>
                <a:spcPts val="600"/>
              </a:spcAft>
              <a:defRPr sz="1300"/>
            </a:pPr>
            <a:r>
              <a:t>  - No stochastic model impact on safety decisions</a:t>
            </a:r>
          </a:p>
          <a:p>
            <a:pPr>
              <a:spcAft>
                <a:spcPts val="600"/>
              </a:spcAft>
              <a:defRPr sz="1300"/>
            </a:pPr>
            <a:r>
              <a:t>  - Full audit trail for every classification decision</a:t>
            </a:r>
          </a:p>
          <a:p>
            <a:pPr>
              <a:spcAft>
                <a:spcPts val="600"/>
              </a:spcAft>
              <a:defRPr sz="1300"/>
            </a:pPr>
          </a:p>
          <a:p>
            <a:pPr>
              <a:spcAft>
                <a:spcPts val="600"/>
              </a:spcAft>
              <a:defRPr sz="1300"/>
            </a:pPr>
            <a:r>
              <a:t>● User can view rationale behind each classification</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show="0">
  <p:cSld>
    <p:spTree>
      <p:pic>
        <p:nvPicPr>
          <p:cNvPr id="848" name="Google Shape;848;p79" descr="C:\Users\DELL\Desktop\pccoer.jpg"/>
          <p:cNvPicPr preferRelativeResize="0"/>
          <p:nvPr/>
        </p:nvPicPr>
        <p:blipFill rotWithShape="1">
          <a:blip r:embed="rId3">
            <a:alphaModFix/>
          </a:blip>
          <a:srcRect/>
          <a:stretch/>
        </p:blipFill>
        <p:spPr>
          <a:xfrm>
            <a:off x="3657600" y="0"/>
            <a:ext cx="1371600" cy="910828"/>
          </a:xfrm>
          <a:prstGeom prst="rect">
            <a:avLst/>
          </a:prstGeom>
          <a:noFill/>
          <a:ln>
            <a:noFill/>
          </a:ln>
        </p:spPr>
      </p:pic>
      <p:nvGrpSpPr>
        <p:cNvPr id="1" name="Shape 844"/>
        <p:cNvGrpSpPr/>
        <p:nvPr/>
      </p:nvGrpSpPr>
      <p:grpSpPr>
        <a:xfrm>
          <a:off x="0" y="0"/>
          <a:ext cx="0" cy="0"/>
          <a:chOff x="0" y="0"/>
          <a:chExt cx="0" cy="0"/>
        </a:xfrm>
      </p:grpSpPr>
      <p:sp>
        <p:nvSpPr>
          <p:cNvPr id="849" name="TextBox 848"/>
          <p:cNvSpPr txBox="1"/>
          <p:nvPr/>
        </p:nvSpPr>
        <p:spPr>
          <a:xfrm>
            <a:off x="6300000" y="6588000"/>
            <a:ext cx="720000" cy="360000"/>
          </a:xfrm>
          <a:prstGeom prst="rect">
            <a:avLst/>
          </a:prstGeom>
          <a:noFill/>
        </p:spPr>
        <p:txBody>
          <a:bodyPr wrap="none">
            <a:spAutoFit/>
          </a:bodyPr>
          <a:lstStyle/>
          <a:p>
            <a:pPr>
              <a:defRPr sz="1100"/>
            </a:pPr>
            <a:r>
              <a:t>66</a:t>
            </a:r>
          </a:p>
        </p:txBody>
      </p:sp>
      <p:sp>
        <p:nvSpPr>
          <p:cNvPr id="850" name="TextBox 849"/>
          <p:cNvSpPr txBox="1"/>
          <p:nvPr/>
        </p:nvSpPr>
        <p:spPr>
          <a:xfrm>
            <a:off x="540000" y="180000"/>
            <a:ext cx="7920000" cy="720000"/>
          </a:xfrm>
          <a:prstGeom prst="rect">
            <a:avLst/>
          </a:prstGeom>
          <a:noFill/>
        </p:spPr>
        <p:txBody>
          <a:bodyPr wrap="square">
            <a:spAutoFit/>
          </a:bodyPr>
          <a:lstStyle/>
          <a:p>
            <a:pPr>
              <a:defRPr sz="2800" b="1">
                <a:solidFill>
                  <a:srgbClr val="1A3C6E"/>
                </a:solidFill>
              </a:defRPr>
            </a:pPr>
            <a:r>
              <a:t>Implementation Challenges</a:t>
            </a:r>
          </a:p>
        </p:txBody>
      </p:sp>
      <p:sp>
        <p:nvSpPr>
          <p:cNvPr id="851" name="TextBox 850"/>
          <p:cNvSpPr txBox="1"/>
          <p:nvPr/>
        </p:nvSpPr>
        <p:spPr>
          <a:xfrm>
            <a:off x="540000" y="1152000"/>
            <a:ext cx="7920000" cy="5400000"/>
          </a:xfrm>
          <a:prstGeom prst="rect">
            <a:avLst/>
          </a:prstGeom>
          <a:noFill/>
        </p:spPr>
        <p:txBody>
          <a:bodyPr wrap="square">
            <a:spAutoFit/>
          </a:bodyPr>
          <a:lstStyle/>
          <a:p>
            <a:pPr>
              <a:spcAft>
                <a:spcPts val="600"/>
              </a:spcAft>
              <a:defRPr sz="1300"/>
            </a:pPr>
            <a:r>
              <a:t>● Ensuring consistent structured JSON from multimodal model</a:t>
            </a:r>
          </a:p>
          <a:p>
            <a:pPr>
              <a:spcAft>
                <a:spcPts val="600"/>
              </a:spcAft>
              <a:defRPr sz="1300"/>
            </a:pPr>
            <a:r>
              <a:t>● Handling ambiguous scenes with limited visual landmarks</a:t>
            </a:r>
          </a:p>
          <a:p>
            <a:pPr>
              <a:spcAft>
                <a:spcPts val="600"/>
              </a:spcAft>
              <a:defRPr sz="1300"/>
            </a:pPr>
            <a:r>
              <a:t>● Managing false hazard alerts while maintaining safety coverage</a:t>
            </a:r>
          </a:p>
          <a:p>
            <a:pPr>
              <a:spcAft>
                <a:spcPts val="600"/>
              </a:spcAft>
              <a:defRPr sz="1300"/>
            </a:pPr>
            <a:r>
              <a:t>● Maintaining response latency under 8 seconds for good UX</a:t>
            </a:r>
          </a:p>
          <a:p>
            <a:pPr>
              <a:spcAft>
                <a:spcPts val="600"/>
              </a:spcAft>
              <a:defRPr sz="1300"/>
            </a:pPr>
            <a:r>
              <a:t>● Reliable JSON extraction and repair for malformed responses</a:t>
            </a:r>
          </a:p>
          <a:p>
            <a:pPr>
              <a:spcAft>
                <a:spcPts val="600"/>
              </a:spcAft>
              <a:defRPr sz="1300"/>
            </a:pPr>
            <a:r>
              <a:t>● API key security and environment variable management</a:t>
            </a:r>
          </a:p>
          <a:p>
            <a:pPr>
              <a:spcAft>
                <a:spcPts val="600"/>
              </a:spcAft>
              <a:defRPr sz="1300"/>
            </a:pPr>
            <a:r>
              <a:t>● Privacy-conscious image handling (hash vs raw storage)</a:t>
            </a:r>
          </a:p>
          <a:p>
            <a:pPr>
              <a:spcAft>
                <a:spcPts val="600"/>
              </a:spcAft>
              <a:defRPr sz="1300"/>
            </a:pPr>
            <a:r>
              <a:t>● Cross-platform compatibility (local dev vs cloud deployment)</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show="0">
  <p:cSld>
    <p:spTree>
      <p:pic>
        <p:nvPicPr>
          <p:cNvPr id="856" name="Google Shape;856;p80" descr="C:\Users\DELL\Desktop\pccoer.jpg"/>
          <p:cNvPicPr preferRelativeResize="0"/>
          <p:nvPr/>
        </p:nvPicPr>
        <p:blipFill rotWithShape="1">
          <a:blip r:embed="rId3">
            <a:alphaModFix/>
          </a:blip>
          <a:srcRect/>
          <a:stretch/>
        </p:blipFill>
        <p:spPr>
          <a:xfrm>
            <a:off x="3657600" y="0"/>
            <a:ext cx="1371600" cy="910828"/>
          </a:xfrm>
          <a:prstGeom prst="rect">
            <a:avLst/>
          </a:prstGeom>
          <a:noFill/>
          <a:ln>
            <a:noFill/>
          </a:ln>
        </p:spPr>
      </p:pic>
      <p:nvGrpSpPr>
        <p:cNvPr id="1" name="Shape 852"/>
        <p:cNvGrpSpPr/>
        <p:nvPr/>
      </p:nvGrpSpPr>
      <p:grpSpPr>
        <a:xfrm>
          <a:off x="0" y="0"/>
          <a:ext cx="0" cy="0"/>
          <a:chOff x="0" y="0"/>
          <a:chExt cx="0" cy="0"/>
        </a:xfrm>
      </p:grpSpPr>
      <p:sp>
        <p:nvSpPr>
          <p:cNvPr id="857" name="TextBox 856"/>
          <p:cNvSpPr txBox="1"/>
          <p:nvPr/>
        </p:nvSpPr>
        <p:spPr>
          <a:xfrm>
            <a:off x="6300000" y="6588000"/>
            <a:ext cx="720000" cy="360000"/>
          </a:xfrm>
          <a:prstGeom prst="rect">
            <a:avLst/>
          </a:prstGeom>
          <a:noFill/>
        </p:spPr>
        <p:txBody>
          <a:bodyPr wrap="none">
            <a:spAutoFit/>
          </a:bodyPr>
          <a:lstStyle/>
          <a:p>
            <a:pPr>
              <a:defRPr sz="1100"/>
            </a:pPr>
            <a:r>
              <a:t>67</a:t>
            </a:r>
          </a:p>
        </p:txBody>
      </p:sp>
      <p:sp>
        <p:nvSpPr>
          <p:cNvPr id="858" name="TextBox 857"/>
          <p:cNvSpPr txBox="1"/>
          <p:nvPr/>
        </p:nvSpPr>
        <p:spPr>
          <a:xfrm>
            <a:off x="540000" y="180000"/>
            <a:ext cx="7920000" cy="720000"/>
          </a:xfrm>
          <a:prstGeom prst="rect">
            <a:avLst/>
          </a:prstGeom>
          <a:noFill/>
        </p:spPr>
        <p:txBody>
          <a:bodyPr wrap="square">
            <a:spAutoFit/>
          </a:bodyPr>
          <a:lstStyle/>
          <a:p>
            <a:pPr>
              <a:defRPr sz="2800" b="1">
                <a:solidFill>
                  <a:srgbClr val="1A3C6E"/>
                </a:solidFill>
              </a:defRPr>
            </a:pPr>
            <a:r>
              <a:t>Module Interface</a:t>
            </a:r>
          </a:p>
        </p:txBody>
      </p:sp>
      <p:sp>
        <p:nvSpPr>
          <p:cNvPr id="859" name="TextBox 858"/>
          <p:cNvSpPr txBox="1"/>
          <p:nvPr/>
        </p:nvSpPr>
        <p:spPr>
          <a:xfrm>
            <a:off x="540000" y="1152000"/>
            <a:ext cx="7920000" cy="5400000"/>
          </a:xfrm>
          <a:prstGeom prst="rect">
            <a:avLst/>
          </a:prstGeom>
          <a:noFill/>
        </p:spPr>
        <p:txBody>
          <a:bodyPr wrap="square">
            <a:spAutoFit/>
          </a:bodyPr>
          <a:lstStyle/>
          <a:p>
            <a:pPr>
              <a:spcAft>
                <a:spcPts val="600"/>
              </a:spcAft>
              <a:defRPr sz="1300"/>
            </a:pPr>
            <a:r>
              <a:t>Module                           Data Transferred</a:t>
            </a:r>
          </a:p>
          <a:p>
            <a:pPr>
              <a:spcAft>
                <a:spcPts val="600"/>
              </a:spcAft>
              <a:defRPr sz="1300"/>
            </a:pPr>
            <a:r>
              <a:t>────────────────────────────────────────────────────</a:t>
            </a:r>
          </a:p>
          <a:p>
            <a:pPr>
              <a:spcAft>
                <a:spcPts val="600"/>
              </a:spcAft>
              <a:defRPr sz="1300"/>
            </a:pPr>
            <a:r>
              <a:t>User Interface → Backend API     Image file + text input</a:t>
            </a:r>
          </a:p>
          <a:p>
            <a:pPr>
              <a:spcAft>
                <a:spcPts val="600"/>
              </a:spcAft>
              <a:defRPr sz="1300"/>
            </a:pPr>
            <a:r>
              <a:t>Backend API → Gemini Vision      Base64 image + prompt</a:t>
            </a:r>
          </a:p>
          <a:p>
            <a:pPr>
              <a:spcAft>
                <a:spcPts val="600"/>
              </a:spcAft>
              <a:defRPr sz="1300"/>
            </a:pPr>
            <a:r>
              <a:t>Gemini Vision → JSON Parser      Structured JSON response</a:t>
            </a:r>
          </a:p>
          <a:p>
            <a:pPr>
              <a:spcAft>
                <a:spcPts val="600"/>
              </a:spcAft>
              <a:defRPr sz="1300"/>
            </a:pPr>
            <a:r>
              <a:t>JSON Parser → Risk Policy        Normalized fields</a:t>
            </a:r>
          </a:p>
          <a:p>
            <a:pPr>
              <a:spcAft>
                <a:spcPts val="600"/>
              </a:spcAft>
              <a:defRPr sz="1300"/>
            </a:pPr>
            <a:r>
              <a:t>Risk Policy → Action Mapper      Risk level + confidence</a:t>
            </a:r>
          </a:p>
          <a:p>
            <a:pPr>
              <a:spcAft>
                <a:spcPts val="600"/>
              </a:spcAft>
              <a:defRPr sz="1300"/>
            </a:pPr>
            <a:r>
              <a:t>Action Mapper → User Interface   Action buttons + response</a:t>
            </a:r>
          </a:p>
          <a:p>
            <a:pPr>
              <a:spcAft>
                <a:spcPts val="600"/>
              </a:spcAft>
              <a:defRPr sz="1300"/>
            </a:pPr>
            <a:r>
              <a:t>All modules → SQLite             Logs for every step</a:t>
            </a:r>
          </a:p>
          <a:p>
            <a:pPr>
              <a:spcAft>
                <a:spcPts val="600"/>
              </a:spcAft>
              <a:defRPr sz="1300"/>
            </a:pPr>
          </a:p>
          <a:p>
            <a:pPr>
              <a:spcAft>
                <a:spcPts val="600"/>
              </a:spcAft>
              <a:defRPr sz="1300"/>
            </a:pPr>
            <a:r>
              <a:t>Communication via HTTP REST with JSON payloads.</a:t>
            </a:r>
          </a:p>
          <a:p>
            <a:pPr>
              <a:spcAft>
                <a:spcPts val="600"/>
              </a:spcAft>
              <a:defRPr sz="1300"/>
            </a:pPr>
            <a:r>
              <a:t>All data flows are logged for audit and debugging.</a:t>
            </a:r>
          </a:p>
        </p:txBody>
      </p:sp>
    </p:spTree>
  </p:cSld>
  <p:clrMapOvr>
    <a:masterClrMapping/>
  </p:clrMapOvr>
</p:sld>
</file>

<file path=ppt/theme/theme1.xml><?xml version="1.0" encoding="utf-8"?>
<a:theme xmlns:a="http://schemas.openxmlformats.org/drawingml/2006/main" name="Office Theme">
  <a:themeElements>
    <a:clrScheme name="Module">
      <a:dk1>
        <a:srgbClr val="000000"/>
      </a:dk1>
      <a:lt1>
        <a:srgbClr val="FFFFFF"/>
      </a:lt1>
      <a:dk2>
        <a:srgbClr val="5A6378"/>
      </a:dk2>
      <a:lt2>
        <a:srgbClr val="D4D4D6"/>
      </a:lt2>
      <a:accent1>
        <a:srgbClr val="F0AD00"/>
      </a:accent1>
      <a:accent2>
        <a:srgbClr val="60B5CC"/>
      </a:accent2>
      <a:accent3>
        <a:srgbClr val="E66C7D"/>
      </a:accent3>
      <a:accent4>
        <a:srgbClr val="6BB76D"/>
      </a:accent4>
      <a:accent5>
        <a:srgbClr val="E88651"/>
      </a:accent5>
      <a:accent6>
        <a:srgbClr val="C64847"/>
      </a:accent6>
      <a:hlink>
        <a:srgbClr val="168BBA"/>
      </a:hlink>
      <a:folHlink>
        <a:srgbClr val="68000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5125</Words>
  <Application>Microsoft Office PowerPoint</Application>
  <PresentationFormat>On-screen Show (16:9)</PresentationFormat>
  <Paragraphs>749</Paragraphs>
  <Slides>67</Slides>
  <Notes>66</Notes>
  <HiddenSlides>16</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67</vt:i4>
      </vt:variant>
    </vt:vector>
  </HeadingPairs>
  <TitlesOfParts>
    <vt:vector size="71" baseType="lpstr">
      <vt:lpstr>Arial</vt:lpstr>
      <vt:lpstr>Calibri</vt:lpstr>
      <vt:lpstr>Times New Roman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KIRAN</dc:creator>
  <cp:lastModifiedBy>kiran raut</cp:lastModifiedBy>
  <cp:revision>1</cp:revision>
  <dcterms:modified xsi:type="dcterms:W3CDTF">2026-06-26T14:19:58Z</dcterms:modified>
</cp:coreProperties>
</file>